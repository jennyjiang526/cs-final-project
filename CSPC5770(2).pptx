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handoutMasterIdLst>
    <p:handoutMasterId r:id="rId9"/>
  </p:handoutMasterIdLst>
  <p:sldIdLst>
    <p:sldId id="256" r:id="rId2"/>
    <p:sldId id="7366" r:id="rId3"/>
    <p:sldId id="7367" r:id="rId4"/>
    <p:sldId id="7368" r:id="rId5"/>
    <p:sldId id="7369" r:id="rId6"/>
    <p:sldId id="7370" r:id="rId7"/>
  </p:sldIdLst>
  <p:sldSz cx="12192000" cy="6858000"/>
  <p:notesSz cx="9296400" cy="7010400"/>
  <p:defaultTextStyle>
    <a:defPPr>
      <a:defRPr lang="en-US"/>
    </a:defPPr>
    <a:lvl1pPr algn="l" rtl="0" eaLnBrk="0" fontAlgn="base" hangingPunct="0">
      <a:spcBef>
        <a:spcPct val="0"/>
      </a:spcBef>
      <a:spcAft>
        <a:spcPct val="0"/>
      </a:spcAft>
      <a:defRPr kern="1200">
        <a:solidFill>
          <a:schemeClr val="tx1"/>
        </a:solidFill>
        <a:latin typeface="Georgia" panose="02040502050405090303" pitchFamily="18" charset="0"/>
        <a:ea typeface="+mn-ea"/>
        <a:cs typeface="+mn-cs"/>
      </a:defRPr>
    </a:lvl1pPr>
    <a:lvl2pPr marL="457200" algn="l" rtl="0" eaLnBrk="0" fontAlgn="base" hangingPunct="0">
      <a:spcBef>
        <a:spcPct val="0"/>
      </a:spcBef>
      <a:spcAft>
        <a:spcPct val="0"/>
      </a:spcAft>
      <a:defRPr kern="1200">
        <a:solidFill>
          <a:schemeClr val="tx1"/>
        </a:solidFill>
        <a:latin typeface="Georgia" panose="02040502050405090303" pitchFamily="18" charset="0"/>
        <a:ea typeface="+mn-ea"/>
        <a:cs typeface="+mn-cs"/>
      </a:defRPr>
    </a:lvl2pPr>
    <a:lvl3pPr marL="914400" algn="l" rtl="0" eaLnBrk="0" fontAlgn="base" hangingPunct="0">
      <a:spcBef>
        <a:spcPct val="0"/>
      </a:spcBef>
      <a:spcAft>
        <a:spcPct val="0"/>
      </a:spcAft>
      <a:defRPr kern="1200">
        <a:solidFill>
          <a:schemeClr val="tx1"/>
        </a:solidFill>
        <a:latin typeface="Georgia" panose="02040502050405090303" pitchFamily="18" charset="0"/>
        <a:ea typeface="+mn-ea"/>
        <a:cs typeface="+mn-cs"/>
      </a:defRPr>
    </a:lvl3pPr>
    <a:lvl4pPr marL="1371600" algn="l" rtl="0" eaLnBrk="0" fontAlgn="base" hangingPunct="0">
      <a:spcBef>
        <a:spcPct val="0"/>
      </a:spcBef>
      <a:spcAft>
        <a:spcPct val="0"/>
      </a:spcAft>
      <a:defRPr kern="1200">
        <a:solidFill>
          <a:schemeClr val="tx1"/>
        </a:solidFill>
        <a:latin typeface="Georgia" panose="02040502050405090303" pitchFamily="18" charset="0"/>
        <a:ea typeface="+mn-ea"/>
        <a:cs typeface="+mn-cs"/>
      </a:defRPr>
    </a:lvl4pPr>
    <a:lvl5pPr marL="1828800" algn="l" rtl="0" eaLnBrk="0" fontAlgn="base" hangingPunct="0">
      <a:spcBef>
        <a:spcPct val="0"/>
      </a:spcBef>
      <a:spcAft>
        <a:spcPct val="0"/>
      </a:spcAft>
      <a:defRPr kern="1200">
        <a:solidFill>
          <a:schemeClr val="tx1"/>
        </a:solidFill>
        <a:latin typeface="Georgia" panose="02040502050405090303" pitchFamily="18" charset="0"/>
        <a:ea typeface="+mn-ea"/>
        <a:cs typeface="+mn-cs"/>
      </a:defRPr>
    </a:lvl5pPr>
    <a:lvl6pPr marL="2286000" algn="l" defTabSz="914400" rtl="0" eaLnBrk="1" latinLnBrk="0" hangingPunct="1">
      <a:defRPr kern="1200">
        <a:solidFill>
          <a:schemeClr val="tx1"/>
        </a:solidFill>
        <a:latin typeface="Georgia" panose="02040502050405090303" pitchFamily="18" charset="0"/>
        <a:ea typeface="+mn-ea"/>
        <a:cs typeface="+mn-cs"/>
      </a:defRPr>
    </a:lvl6pPr>
    <a:lvl7pPr marL="2743200" algn="l" defTabSz="914400" rtl="0" eaLnBrk="1" latinLnBrk="0" hangingPunct="1">
      <a:defRPr kern="1200">
        <a:solidFill>
          <a:schemeClr val="tx1"/>
        </a:solidFill>
        <a:latin typeface="Georgia" panose="02040502050405090303" pitchFamily="18" charset="0"/>
        <a:ea typeface="+mn-ea"/>
        <a:cs typeface="+mn-cs"/>
      </a:defRPr>
    </a:lvl7pPr>
    <a:lvl8pPr marL="3200400" algn="l" defTabSz="914400" rtl="0" eaLnBrk="1" latinLnBrk="0" hangingPunct="1">
      <a:defRPr kern="1200">
        <a:solidFill>
          <a:schemeClr val="tx1"/>
        </a:solidFill>
        <a:latin typeface="Georgia" panose="02040502050405090303" pitchFamily="18" charset="0"/>
        <a:ea typeface="+mn-ea"/>
        <a:cs typeface="+mn-cs"/>
      </a:defRPr>
    </a:lvl8pPr>
    <a:lvl9pPr marL="3657600" algn="l" defTabSz="914400" rtl="0" eaLnBrk="1" latinLnBrk="0" hangingPunct="1">
      <a:defRPr kern="1200">
        <a:solidFill>
          <a:schemeClr val="tx1"/>
        </a:solidFill>
        <a:latin typeface="Georgia" panose="02040502050405090303" pitchFamily="18" charset="0"/>
        <a:ea typeface="+mn-ea"/>
        <a:cs typeface="+mn-cs"/>
      </a:defRPr>
    </a:lvl9pPr>
  </p:defaultTextStyle>
  <p:extLst>
    <p:ext uri="{EFAFB233-063F-42B5-8137-9DF3F51BA10A}">
      <p15:sldGuideLst xmlns:p15="http://schemas.microsoft.com/office/powerpoint/2012/main">
        <p15:guide id="1" orient="horz" pos="1920" userDrawn="1">
          <p15:clr>
            <a:srgbClr val="A4A3A4"/>
          </p15:clr>
        </p15:guide>
        <p15:guide id="2" pos="62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039EB0D-27FA-DC21-D7E2-3622CB207E3B}" name="A1053" initials="AA" userId="S::B51admin@sdkv1.onmicrosoft.com::3af2d6aa-3317-43dc-a7a6-5fafac796357" providerId="AD"/>
  <p188:author id="{80212941-4BA9-599B-6B0B-A82CE31FA6C4}" name="c39637" initials="c" userId="S::c39637@3658.pro::1207011e-a079-4ef9-b3bf-96faf1092b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8798"/>
    <a:srgbClr val="CCD9F0"/>
    <a:srgbClr val="DCE7F7"/>
    <a:srgbClr val="EAF1FB"/>
    <a:srgbClr val="DCE5F4"/>
    <a:srgbClr val="E9E4E2"/>
    <a:srgbClr val="EAF2FB"/>
    <a:srgbClr val="D6E2F0"/>
    <a:srgbClr val="1F4E8C"/>
    <a:srgbClr val="1C45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939" autoAdjust="0"/>
    <p:restoredTop sz="96534" autoAdjust="0"/>
  </p:normalViewPr>
  <p:slideViewPr>
    <p:cSldViewPr snapToObjects="1" showGuides="1">
      <p:cViewPr>
        <p:scale>
          <a:sx n="89" d="100"/>
          <a:sy n="89" d="100"/>
        </p:scale>
        <p:origin x="520" y="704"/>
      </p:cViewPr>
      <p:guideLst>
        <p:guide orient="horz" pos="1920"/>
        <p:guide pos="624"/>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Objects="1">
      <p:cViewPr varScale="1">
        <p:scale>
          <a:sx n="108" d="100"/>
          <a:sy n="108" d="100"/>
        </p:scale>
        <p:origin x="1833" y="4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4028440" cy="351737"/>
          </a:xfrm>
          <a:prstGeom prst="rect">
            <a:avLst/>
          </a:prstGeom>
        </p:spPr>
        <p:txBody>
          <a:bodyPr vert="horz" lIns="93174" tIns="46586" rIns="93174" bIns="46586" rtlCol="0"/>
          <a:lstStyle>
            <a:lvl1pPr algn="l">
              <a:defRPr sz="1200">
                <a:latin typeface="Georgia" panose="02040502050405090303" pitchFamily="18" charset="0"/>
              </a:defRPr>
            </a:lvl1pPr>
          </a:lstStyle>
          <a:p>
            <a:pPr>
              <a:defRPr/>
            </a:pPr>
            <a:endParaRPr lang="en-US" dirty="0">
              <a:latin typeface="Microsoft Sans Serif" panose="020B0604020202020204" pitchFamily="34" charset="0"/>
            </a:endParaRPr>
          </a:p>
        </p:txBody>
      </p:sp>
      <p:sp>
        <p:nvSpPr>
          <p:cNvPr id="3" name="Date Placeholder 2"/>
          <p:cNvSpPr>
            <a:spLocks noGrp="1"/>
          </p:cNvSpPr>
          <p:nvPr>
            <p:ph type="dt" sz="quarter" idx="1"/>
          </p:nvPr>
        </p:nvSpPr>
        <p:spPr>
          <a:xfrm>
            <a:off x="5265809" y="2"/>
            <a:ext cx="4028440" cy="351737"/>
          </a:xfrm>
          <a:prstGeom prst="rect">
            <a:avLst/>
          </a:prstGeom>
        </p:spPr>
        <p:txBody>
          <a:bodyPr vert="horz" lIns="93174" tIns="46586" rIns="93174" bIns="46586" rtlCol="0"/>
          <a:lstStyle>
            <a:lvl1pPr algn="r">
              <a:defRPr sz="1200">
                <a:latin typeface="Georgia" panose="02040502050405090303" pitchFamily="18" charset="0"/>
              </a:defRPr>
            </a:lvl1pPr>
          </a:lstStyle>
          <a:p>
            <a:pPr>
              <a:defRPr/>
            </a:pPr>
            <a:fld id="{E9ADAC2C-45C6-B44F-B589-619C21E27118}" type="datetimeFigureOut">
              <a:rPr lang="en-US">
                <a:latin typeface="Microsoft Sans Serif" panose="020B0604020202020204" pitchFamily="34" charset="0"/>
              </a:rPr>
              <a:t>4/20/26</a:t>
            </a:fld>
            <a:endParaRPr lang="en-US" dirty="0">
              <a:latin typeface="Microsoft Sans Serif" panose="020B0604020202020204" pitchFamily="34" charset="0"/>
            </a:endParaRPr>
          </a:p>
        </p:txBody>
      </p:sp>
      <p:sp>
        <p:nvSpPr>
          <p:cNvPr id="4" name="Footer Placeholder 3"/>
          <p:cNvSpPr>
            <a:spLocks noGrp="1"/>
          </p:cNvSpPr>
          <p:nvPr>
            <p:ph type="ftr" sz="quarter" idx="2"/>
          </p:nvPr>
        </p:nvSpPr>
        <p:spPr>
          <a:xfrm>
            <a:off x="0" y="6658664"/>
            <a:ext cx="4028440" cy="351736"/>
          </a:xfrm>
          <a:prstGeom prst="rect">
            <a:avLst/>
          </a:prstGeom>
        </p:spPr>
        <p:txBody>
          <a:bodyPr vert="horz" lIns="93174" tIns="46586" rIns="93174" bIns="46586" rtlCol="0" anchor="b"/>
          <a:lstStyle>
            <a:lvl1pPr algn="l">
              <a:defRPr sz="1200">
                <a:latin typeface="Georgia" panose="02040502050405090303" pitchFamily="18" charset="0"/>
              </a:defRPr>
            </a:lvl1pPr>
          </a:lstStyle>
          <a:p>
            <a:pPr>
              <a:defRPr/>
            </a:pPr>
            <a:endParaRPr lang="en-US" dirty="0">
              <a:latin typeface="Microsoft Sans Serif" panose="020B0604020202020204" pitchFamily="34" charset="0"/>
            </a:endParaRPr>
          </a:p>
        </p:txBody>
      </p:sp>
      <p:sp>
        <p:nvSpPr>
          <p:cNvPr id="5" name="Slide Number Placeholder 4"/>
          <p:cNvSpPr>
            <a:spLocks noGrp="1"/>
          </p:cNvSpPr>
          <p:nvPr>
            <p:ph type="sldNum" sz="quarter" idx="3"/>
          </p:nvPr>
        </p:nvSpPr>
        <p:spPr>
          <a:xfrm>
            <a:off x="5265809" y="6658664"/>
            <a:ext cx="4028440" cy="351736"/>
          </a:xfrm>
          <a:prstGeom prst="rect">
            <a:avLst/>
          </a:prstGeom>
        </p:spPr>
        <p:txBody>
          <a:bodyPr vert="horz" lIns="93174" tIns="46586" rIns="93174" bIns="46586" rtlCol="0" anchor="b"/>
          <a:lstStyle>
            <a:lvl1pPr algn="r">
              <a:defRPr sz="1200">
                <a:latin typeface="Georgia" panose="02040502050405090303" pitchFamily="18" charset="0"/>
              </a:defRPr>
            </a:lvl1pPr>
          </a:lstStyle>
          <a:p>
            <a:pPr>
              <a:defRPr/>
            </a:pPr>
            <a:fld id="{5383DF5D-FA39-A949-850F-48BE7279BF40}" type="slidenum">
              <a:rPr lang="en-US">
                <a:latin typeface="Microsoft Sans Serif" panose="020B0604020202020204" pitchFamily="34" charset="0"/>
              </a:rPr>
              <a:t>‹#›</a:t>
            </a:fld>
            <a:endParaRPr lang="en-US" dirty="0">
              <a:latin typeface="Microsoft Sans Serif"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4028440" cy="351737"/>
          </a:xfrm>
          <a:prstGeom prst="rect">
            <a:avLst/>
          </a:prstGeom>
        </p:spPr>
        <p:txBody>
          <a:bodyPr vert="horz" lIns="93174" tIns="46586" rIns="93174" bIns="46586"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5265809" y="2"/>
            <a:ext cx="4028440" cy="351737"/>
          </a:xfrm>
          <a:prstGeom prst="rect">
            <a:avLst/>
          </a:prstGeom>
        </p:spPr>
        <p:txBody>
          <a:bodyPr vert="horz" lIns="93174" tIns="46586" rIns="93174" bIns="46586" rtlCol="0"/>
          <a:lstStyle>
            <a:lvl1pPr algn="r" eaLnBrk="1" fontAlgn="auto" hangingPunct="1">
              <a:spcBef>
                <a:spcPts val="0"/>
              </a:spcBef>
              <a:spcAft>
                <a:spcPts val="0"/>
              </a:spcAft>
              <a:defRPr sz="1200">
                <a:latin typeface="+mn-lt"/>
              </a:defRPr>
            </a:lvl1pPr>
          </a:lstStyle>
          <a:p>
            <a:pPr>
              <a:defRPr/>
            </a:pPr>
            <a:fld id="{74B7D46C-3B4A-8F42-A8CB-618954543440}" type="datetimeFigureOut">
              <a:rPr lang="en-US"/>
              <a:t>4/20/26</a:t>
            </a:fld>
            <a:endParaRPr lang="en-US"/>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4" tIns="46586" rIns="93174" bIns="46586" rtlCol="0" anchor="ctr"/>
          <a:lstStyle/>
          <a:p>
            <a:pPr lvl="0"/>
            <a:endParaRPr lang="en-US" noProof="0"/>
          </a:p>
        </p:txBody>
      </p:sp>
      <p:sp>
        <p:nvSpPr>
          <p:cNvPr id="5" name="Notes Placeholder 4"/>
          <p:cNvSpPr>
            <a:spLocks noGrp="1"/>
          </p:cNvSpPr>
          <p:nvPr>
            <p:ph type="body" sz="quarter" idx="3"/>
          </p:nvPr>
        </p:nvSpPr>
        <p:spPr>
          <a:xfrm>
            <a:off x="929640" y="3373755"/>
            <a:ext cx="7437120" cy="2760345"/>
          </a:xfrm>
          <a:prstGeom prst="rect">
            <a:avLst/>
          </a:prstGeom>
        </p:spPr>
        <p:txBody>
          <a:bodyPr vert="horz" lIns="93174" tIns="46586" rIns="93174" bIns="46586"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658664"/>
            <a:ext cx="4028440" cy="351736"/>
          </a:xfrm>
          <a:prstGeom prst="rect">
            <a:avLst/>
          </a:prstGeom>
        </p:spPr>
        <p:txBody>
          <a:bodyPr vert="horz" lIns="93174" tIns="46586" rIns="93174" bIns="46586"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4" tIns="46586" rIns="93174" bIns="46586" rtlCol="0" anchor="b"/>
          <a:lstStyle>
            <a:lvl1pPr algn="r" eaLnBrk="1" fontAlgn="auto" hangingPunct="1">
              <a:spcBef>
                <a:spcPts val="0"/>
              </a:spcBef>
              <a:spcAft>
                <a:spcPts val="0"/>
              </a:spcAft>
              <a:defRPr sz="1200">
                <a:latin typeface="+mn-lt"/>
              </a:defRPr>
            </a:lvl1pPr>
          </a:lstStyle>
          <a:p>
            <a:pPr>
              <a:defRPr/>
            </a:pPr>
            <a:fld id="{2EB28E24-4E3A-0742-9838-90EF27C375A2}" type="slidenum">
              <a:rPr lang="en-US"/>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D1D5DB"/>
                </a:solidFill>
                <a:effectLst/>
                <a:highlight>
                  <a:srgbClr val="343541"/>
                </a:highlight>
                <a:latin typeface="Söhne"/>
              </a:rPr>
              <a:t>“Good afternoon, everyone. It‘s a great honor to have the opportunity to share my work with you today. I would like to extend my </a:t>
            </a:r>
            <a:r>
              <a:rPr lang="en-US" altLang="zh-CN" b="0" i="0" dirty="0">
                <a:solidFill>
                  <a:srgbClr val="D1D5DB"/>
                </a:solidFill>
                <a:effectLst/>
                <a:highlight>
                  <a:srgbClr val="343541"/>
                </a:highlight>
                <a:latin typeface="Söhne"/>
              </a:rPr>
              <a:t>huge</a:t>
            </a:r>
            <a:r>
              <a:rPr lang="en-US" b="0" i="0" dirty="0">
                <a:solidFill>
                  <a:srgbClr val="D1D5DB"/>
                </a:solidFill>
                <a:effectLst/>
                <a:highlight>
                  <a:srgbClr val="343541"/>
                </a:highlight>
                <a:latin typeface="Söhne"/>
              </a:rPr>
              <a:t> thanks to Dr. Xie for inviting me, as well as to Dr. Xu</a:t>
            </a:r>
            <a:r>
              <a:rPr lang="zh-CN" altLang="en-US" b="0" i="0" dirty="0">
                <a:solidFill>
                  <a:srgbClr val="D1D5DB"/>
                </a:solidFill>
                <a:effectLst/>
                <a:highlight>
                  <a:srgbClr val="343541"/>
                </a:highlight>
                <a:latin typeface="Söhne"/>
              </a:rPr>
              <a:t> </a:t>
            </a:r>
            <a:r>
              <a:rPr lang="en-US" altLang="zh-CN" b="0" i="0" dirty="0">
                <a:solidFill>
                  <a:srgbClr val="D1D5DB"/>
                </a:solidFill>
                <a:effectLst/>
                <a:highlight>
                  <a:srgbClr val="343541"/>
                </a:highlight>
                <a:latin typeface="Söhne"/>
              </a:rPr>
              <a:t>and</a:t>
            </a:r>
            <a:r>
              <a:rPr lang="zh-CN" altLang="en-US" b="0" i="0" dirty="0">
                <a:solidFill>
                  <a:srgbClr val="D1D5DB"/>
                </a:solidFill>
                <a:effectLst/>
                <a:highlight>
                  <a:srgbClr val="343541"/>
                </a:highlight>
                <a:latin typeface="Söhne"/>
              </a:rPr>
              <a:t> </a:t>
            </a:r>
            <a:r>
              <a:rPr lang="en-US" altLang="zh-CN" b="0" i="0" dirty="0">
                <a:solidFill>
                  <a:srgbClr val="D1D5DB"/>
                </a:solidFill>
                <a:effectLst/>
                <a:highlight>
                  <a:srgbClr val="343541"/>
                </a:highlight>
                <a:latin typeface="Söhne"/>
              </a:rPr>
              <a:t>Zach</a:t>
            </a:r>
            <a:r>
              <a:rPr lang="en-US" b="0" i="0" dirty="0">
                <a:solidFill>
                  <a:srgbClr val="D1D5DB"/>
                </a:solidFill>
                <a:effectLst/>
                <a:highlight>
                  <a:srgbClr val="343541"/>
                </a:highlight>
                <a:latin typeface="Söhne"/>
              </a:rPr>
              <a:t> for their support.</a:t>
            </a:r>
          </a:p>
          <a:p>
            <a:pPr algn="l"/>
            <a:r>
              <a:rPr lang="en-US" b="0" i="0" dirty="0">
                <a:solidFill>
                  <a:srgbClr val="D1D5DB"/>
                </a:solidFill>
                <a:effectLst/>
                <a:highlight>
                  <a:srgbClr val="343541"/>
                </a:highlight>
                <a:latin typeface="Söhne"/>
              </a:rPr>
              <a:t>I am a PhD student in the Computer Science department, about to enter my third year. My advisor is Professor Mark Gerstein.</a:t>
            </a:r>
          </a:p>
          <a:p>
            <a:pPr algn="l"/>
            <a:r>
              <a:rPr lang="en-US" b="0" i="0" dirty="0">
                <a:solidFill>
                  <a:srgbClr val="D1D5DB"/>
                </a:solidFill>
                <a:effectLst/>
                <a:highlight>
                  <a:srgbClr val="343541"/>
                </a:highlight>
                <a:latin typeface="Söhne"/>
              </a:rPr>
              <a:t>The topic of my presentation is '</a:t>
            </a:r>
            <a:r>
              <a:rPr lang="en-US" b="0" i="0" dirty="0" err="1">
                <a:solidFill>
                  <a:srgbClr val="D1D5DB"/>
                </a:solidFill>
                <a:effectLst/>
                <a:highlight>
                  <a:srgbClr val="343541"/>
                </a:highlight>
                <a:latin typeface="Söhne"/>
              </a:rPr>
              <a:t>AIScientist</a:t>
            </a:r>
            <a:r>
              <a:rPr lang="en-US" b="0" i="0" dirty="0">
                <a:solidFill>
                  <a:srgbClr val="D1D5DB"/>
                </a:solidFill>
                <a:effectLst/>
                <a:highlight>
                  <a:srgbClr val="343541"/>
                </a:highlight>
                <a:latin typeface="Söhne"/>
              </a:rPr>
              <a:t>: Empowering Biomedical Research with Large Language Models and AI Agents.'"</a:t>
            </a:r>
          </a:p>
          <a:p>
            <a:endParaRPr lang="en-US" dirty="0"/>
          </a:p>
        </p:txBody>
      </p:sp>
      <p:sp>
        <p:nvSpPr>
          <p:cNvPr id="4" name="Slide Number Placeholder 3"/>
          <p:cNvSpPr>
            <a:spLocks noGrp="1"/>
          </p:cNvSpPr>
          <p:nvPr>
            <p:ph type="sldNum" sz="quarter" idx="5"/>
          </p:nvPr>
        </p:nvSpPr>
        <p:spPr/>
        <p:txBody>
          <a:bodyPr/>
          <a:lstStyle/>
          <a:p>
            <a:pPr>
              <a:defRPr/>
            </a:pPr>
            <a:fld id="{2EB28E24-4E3A-0742-9838-90EF27C375A2}"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3009" name="Google Shape;205;g3365d5ab5c8_0_136:notes"/>
          <p:cNvSpPr>
            <a:spLocks noGrp="1" noRot="1" noChangeAspect="1" noTextEdit="1"/>
          </p:cNvSpPr>
          <p:nvPr>
            <p:ph type="sldImg" idx="2"/>
          </p:nvPr>
        </p:nvSpPr>
        <p:spPr>
          <a:noFill/>
        </p:spPr>
      </p:sp>
      <p:sp>
        <p:nvSpPr>
          <p:cNvPr id="43010" name="Google Shape;206;g3365d5ab5c8_0_136:notes"/>
          <p:cNvSpPr txBox="1">
            <a:spLocks noGrp="1" noChangeArrowheads="1"/>
          </p:cNvSpPr>
          <p:nvPr>
            <p:ph type="body" idx="1"/>
          </p:nvPr>
        </p:nvSpPr>
        <p:spPr/>
        <p:txBody>
          <a:bodyPr/>
          <a:lstStyle/>
          <a:p>
            <a:pPr marL="0" indent="0" eaLnBrk="1" hangingPunct="1">
              <a:buSzPts val="1100"/>
            </a:pPr>
            <a:r>
              <a:rPr lang="en-US" altLang="en-US" sz="1100">
                <a:latin typeface="Arial" panose="020B0704020202020204" pitchFamily="34" charset="0"/>
                <a:cs typeface="Arial" panose="020B0704020202020204" pitchFamily="34" charset="0"/>
              </a:rPr>
              <a:t>We analyze risks from three angles: user intent (malicious purposes or unintended consequences), scientific domains (chemical weapons, biological hazards, nuclear radiation), and environmental impact (natural environment damage, human health risks).</a:t>
            </a:r>
          </a:p>
          <a:p>
            <a:pPr marL="0" indent="0" eaLnBrk="1" hangingPunct="1">
              <a:buSzPts val="1100"/>
            </a:pPr>
            <a:r>
              <a:rPr lang="en-US" altLang="en-US" sz="1100">
                <a:latin typeface="Arial" panose="020B0704020202020204" pitchFamily="34" charset="0"/>
                <a:cs typeface="Arial" panose="020B0704020202020204" pitchFamily="34" charset="0"/>
              </a:rPr>
              <a:t>We propose a triadic framework: Human Regulation - training and auditing AI developers and users; Agent Alignment - improving AI decision-making to understand and prevent risks; Agent Regulation and Environmental Feedback - monitoring AI behavior and using environmental feedback for timely correction. We emphasize prioritizing safety alongside AI scientist autonomy. Only through comprehensive oversight and feedback systems can these powerful tools truly benefit scientific research</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325E14DC-B929-1EB3-BF9B-4C2CBB285AD0}"/>
            </a:ext>
          </a:extLst>
        </p:cNvPr>
        <p:cNvGrpSpPr/>
        <p:nvPr/>
      </p:nvGrpSpPr>
      <p:grpSpPr>
        <a:xfrm>
          <a:off x="0" y="0"/>
          <a:ext cx="0" cy="0"/>
          <a:chOff x="0" y="0"/>
          <a:chExt cx="0" cy="0"/>
        </a:xfrm>
      </p:grpSpPr>
      <p:sp>
        <p:nvSpPr>
          <p:cNvPr id="43009" name="Google Shape;205;g3365d5ab5c8_0_136:notes">
            <a:extLst>
              <a:ext uri="{FF2B5EF4-FFF2-40B4-BE49-F238E27FC236}">
                <a16:creationId xmlns:a16="http://schemas.microsoft.com/office/drawing/2014/main" id="{63D1C9F3-9F5B-12C0-D036-A86484F04736}"/>
              </a:ext>
            </a:extLst>
          </p:cNvPr>
          <p:cNvSpPr>
            <a:spLocks noGrp="1" noRot="1" noChangeAspect="1" noTextEdit="1"/>
          </p:cNvSpPr>
          <p:nvPr>
            <p:ph type="sldImg" idx="2"/>
          </p:nvPr>
        </p:nvSpPr>
        <p:spPr>
          <a:noFill/>
        </p:spPr>
      </p:sp>
      <p:sp>
        <p:nvSpPr>
          <p:cNvPr id="43010" name="Google Shape;206;g3365d5ab5c8_0_136:notes">
            <a:extLst>
              <a:ext uri="{FF2B5EF4-FFF2-40B4-BE49-F238E27FC236}">
                <a16:creationId xmlns:a16="http://schemas.microsoft.com/office/drawing/2014/main" id="{7B703EA7-CEC6-E56F-69DA-1A46D6613B7E}"/>
              </a:ext>
            </a:extLst>
          </p:cNvPr>
          <p:cNvSpPr txBox="1">
            <a:spLocks noGrp="1" noChangeArrowheads="1"/>
          </p:cNvSpPr>
          <p:nvPr>
            <p:ph type="body" idx="1"/>
          </p:nvPr>
        </p:nvSpPr>
        <p:spPr/>
        <p:txBody>
          <a:bodyPr/>
          <a:lstStyle/>
          <a:p>
            <a:pPr marL="0" indent="0" eaLnBrk="1" hangingPunct="1">
              <a:buSzPts val="1100"/>
            </a:pPr>
            <a:r>
              <a:rPr lang="en-US" altLang="en-US" sz="1100">
                <a:latin typeface="Arial" panose="020B0704020202020204" pitchFamily="34" charset="0"/>
                <a:cs typeface="Arial" panose="020B0704020202020204" pitchFamily="34" charset="0"/>
              </a:rPr>
              <a:t>We analyze risks from three angles: user intent (malicious purposes or unintended consequences), scientific domains (chemical weapons, biological hazards, nuclear radiation), and environmental impact (natural environment damage, human health risks).</a:t>
            </a:r>
          </a:p>
          <a:p>
            <a:pPr marL="0" indent="0" eaLnBrk="1" hangingPunct="1">
              <a:buSzPts val="1100"/>
            </a:pPr>
            <a:r>
              <a:rPr lang="en-US" altLang="en-US" sz="1100">
                <a:latin typeface="Arial" panose="020B0704020202020204" pitchFamily="34" charset="0"/>
                <a:cs typeface="Arial" panose="020B0704020202020204" pitchFamily="34" charset="0"/>
              </a:rPr>
              <a:t>We propose a triadic framework: Human Regulation - training and auditing AI developers and users; Agent Alignment - improving AI decision-making to understand and prevent risks; Agent Regulation and Environmental Feedback - monitoring AI behavior and using environmental feedback for timely correction. We emphasize prioritizing safety alongside AI scientist autonomy. Only through comprehensive oversight and feedback systems can these powerful tools truly benefit scientific research</a:t>
            </a:r>
          </a:p>
        </p:txBody>
      </p:sp>
    </p:spTree>
    <p:extLst>
      <p:ext uri="{BB962C8B-B14F-4D97-AF65-F5344CB8AC3E}">
        <p14:creationId xmlns:p14="http://schemas.microsoft.com/office/powerpoint/2010/main" val="2540068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36F7502C-7BDC-7A3C-3359-2E0EAD202EB2}"/>
            </a:ext>
          </a:extLst>
        </p:cNvPr>
        <p:cNvGrpSpPr/>
        <p:nvPr/>
      </p:nvGrpSpPr>
      <p:grpSpPr>
        <a:xfrm>
          <a:off x="0" y="0"/>
          <a:ext cx="0" cy="0"/>
          <a:chOff x="0" y="0"/>
          <a:chExt cx="0" cy="0"/>
        </a:xfrm>
      </p:grpSpPr>
      <p:sp>
        <p:nvSpPr>
          <p:cNvPr id="43009" name="Google Shape;205;g3365d5ab5c8_0_136:notes">
            <a:extLst>
              <a:ext uri="{FF2B5EF4-FFF2-40B4-BE49-F238E27FC236}">
                <a16:creationId xmlns:a16="http://schemas.microsoft.com/office/drawing/2014/main" id="{19469EA3-F325-C1F7-4468-A5859D25C28C}"/>
              </a:ext>
            </a:extLst>
          </p:cNvPr>
          <p:cNvSpPr>
            <a:spLocks noGrp="1" noRot="1" noChangeAspect="1" noTextEdit="1"/>
          </p:cNvSpPr>
          <p:nvPr>
            <p:ph type="sldImg" idx="2"/>
          </p:nvPr>
        </p:nvSpPr>
        <p:spPr>
          <a:noFill/>
        </p:spPr>
      </p:sp>
      <p:sp>
        <p:nvSpPr>
          <p:cNvPr id="43010" name="Google Shape;206;g3365d5ab5c8_0_136:notes">
            <a:extLst>
              <a:ext uri="{FF2B5EF4-FFF2-40B4-BE49-F238E27FC236}">
                <a16:creationId xmlns:a16="http://schemas.microsoft.com/office/drawing/2014/main" id="{E632CE51-5497-114D-EB99-76B2310A4E04}"/>
              </a:ext>
            </a:extLst>
          </p:cNvPr>
          <p:cNvSpPr txBox="1">
            <a:spLocks noGrp="1" noChangeArrowheads="1"/>
          </p:cNvSpPr>
          <p:nvPr>
            <p:ph type="body" idx="1"/>
          </p:nvPr>
        </p:nvSpPr>
        <p:spPr/>
        <p:txBody>
          <a:bodyPr/>
          <a:lstStyle/>
          <a:p>
            <a:pPr marL="0" indent="0" eaLnBrk="1" hangingPunct="1">
              <a:buSzPts val="1100"/>
            </a:pPr>
            <a:r>
              <a:rPr lang="en-US" altLang="en-US" sz="1100">
                <a:latin typeface="Arial" panose="020B0704020202020204" pitchFamily="34" charset="0"/>
                <a:cs typeface="Arial" panose="020B0704020202020204" pitchFamily="34" charset="0"/>
              </a:rPr>
              <a:t>We analyze risks from three angles: user intent (malicious purposes or unintended consequences), scientific domains (chemical weapons, biological hazards, nuclear radiation), and environmental impact (natural environment damage, human health risks).</a:t>
            </a:r>
          </a:p>
          <a:p>
            <a:pPr marL="0" indent="0" eaLnBrk="1" hangingPunct="1">
              <a:buSzPts val="1100"/>
            </a:pPr>
            <a:r>
              <a:rPr lang="en-US" altLang="en-US" sz="1100">
                <a:latin typeface="Arial" panose="020B0704020202020204" pitchFamily="34" charset="0"/>
                <a:cs typeface="Arial" panose="020B0704020202020204" pitchFamily="34" charset="0"/>
              </a:rPr>
              <a:t>We propose a triadic framework: Human Regulation - training and auditing AI developers and users; Agent Alignment - improving AI decision-making to understand and prevent risks; Agent Regulation and Environmental Feedback - monitoring AI behavior and using environmental feedback for timely correction. We emphasize prioritizing safety alongside AI scientist autonomy. Only through comprehensive oversight and feedback systems can these powerful tools truly benefit scientific research</a:t>
            </a:r>
          </a:p>
        </p:txBody>
      </p:sp>
    </p:spTree>
    <p:extLst>
      <p:ext uri="{BB962C8B-B14F-4D97-AF65-F5344CB8AC3E}">
        <p14:creationId xmlns:p14="http://schemas.microsoft.com/office/powerpoint/2010/main" val="1825145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DD68A8F7-159F-E668-A2E9-39F729078BF3}"/>
            </a:ext>
          </a:extLst>
        </p:cNvPr>
        <p:cNvGrpSpPr/>
        <p:nvPr/>
      </p:nvGrpSpPr>
      <p:grpSpPr>
        <a:xfrm>
          <a:off x="0" y="0"/>
          <a:ext cx="0" cy="0"/>
          <a:chOff x="0" y="0"/>
          <a:chExt cx="0" cy="0"/>
        </a:xfrm>
      </p:grpSpPr>
      <p:sp>
        <p:nvSpPr>
          <p:cNvPr id="43009" name="Google Shape;205;g3365d5ab5c8_0_136:notes">
            <a:extLst>
              <a:ext uri="{FF2B5EF4-FFF2-40B4-BE49-F238E27FC236}">
                <a16:creationId xmlns:a16="http://schemas.microsoft.com/office/drawing/2014/main" id="{4B6A6A4E-F73E-CF69-3057-7B92A9970588}"/>
              </a:ext>
            </a:extLst>
          </p:cNvPr>
          <p:cNvSpPr>
            <a:spLocks noGrp="1" noRot="1" noChangeAspect="1" noTextEdit="1"/>
          </p:cNvSpPr>
          <p:nvPr>
            <p:ph type="sldImg" idx="2"/>
          </p:nvPr>
        </p:nvSpPr>
        <p:spPr>
          <a:noFill/>
        </p:spPr>
      </p:sp>
      <p:sp>
        <p:nvSpPr>
          <p:cNvPr id="43010" name="Google Shape;206;g3365d5ab5c8_0_136:notes">
            <a:extLst>
              <a:ext uri="{FF2B5EF4-FFF2-40B4-BE49-F238E27FC236}">
                <a16:creationId xmlns:a16="http://schemas.microsoft.com/office/drawing/2014/main" id="{A23CDDBE-CD2F-8CFA-DFCC-BDA6440808B3}"/>
              </a:ext>
            </a:extLst>
          </p:cNvPr>
          <p:cNvSpPr txBox="1">
            <a:spLocks noGrp="1" noChangeArrowheads="1"/>
          </p:cNvSpPr>
          <p:nvPr>
            <p:ph type="body" idx="1"/>
          </p:nvPr>
        </p:nvSpPr>
        <p:spPr/>
        <p:txBody>
          <a:bodyPr/>
          <a:lstStyle/>
          <a:p>
            <a:pPr marL="0" indent="0" eaLnBrk="1" hangingPunct="1">
              <a:buSzPts val="1100"/>
            </a:pPr>
            <a:r>
              <a:rPr lang="en-US" altLang="en-US" sz="1100">
                <a:latin typeface="Arial" panose="020B0704020202020204" pitchFamily="34" charset="0"/>
                <a:cs typeface="Arial" panose="020B0704020202020204" pitchFamily="34" charset="0"/>
              </a:rPr>
              <a:t>We analyze risks from three angles: user intent (malicious purposes or unintended consequences), scientific domains (chemical weapons, biological hazards, nuclear radiation), and environmental impact (natural environment damage, human health risks).</a:t>
            </a:r>
          </a:p>
          <a:p>
            <a:pPr marL="0" indent="0" eaLnBrk="1" hangingPunct="1">
              <a:buSzPts val="1100"/>
            </a:pPr>
            <a:r>
              <a:rPr lang="en-US" altLang="en-US" sz="1100">
                <a:latin typeface="Arial" panose="020B0704020202020204" pitchFamily="34" charset="0"/>
                <a:cs typeface="Arial" panose="020B0704020202020204" pitchFamily="34" charset="0"/>
              </a:rPr>
              <a:t>We propose a triadic framework: Human Regulation - training and auditing AI developers and users; Agent Alignment - improving AI decision-making to understand and prevent risks; Agent Regulation and Environmental Feedback - monitoring AI behavior and using environmental feedback for timely correction. We emphasize prioritizing safety alongside AI scientist autonomy. Only through comprehensive oversight and feedback systems can these powerful tools truly benefit scientific research</a:t>
            </a:r>
          </a:p>
        </p:txBody>
      </p:sp>
    </p:spTree>
    <p:extLst>
      <p:ext uri="{BB962C8B-B14F-4D97-AF65-F5344CB8AC3E}">
        <p14:creationId xmlns:p14="http://schemas.microsoft.com/office/powerpoint/2010/main" val="1773467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70C604DD-1720-6E13-377E-26EC17A9CE91}"/>
            </a:ext>
          </a:extLst>
        </p:cNvPr>
        <p:cNvGrpSpPr/>
        <p:nvPr/>
      </p:nvGrpSpPr>
      <p:grpSpPr>
        <a:xfrm>
          <a:off x="0" y="0"/>
          <a:ext cx="0" cy="0"/>
          <a:chOff x="0" y="0"/>
          <a:chExt cx="0" cy="0"/>
        </a:xfrm>
      </p:grpSpPr>
      <p:sp>
        <p:nvSpPr>
          <p:cNvPr id="43009" name="Google Shape;205;g3365d5ab5c8_0_136:notes">
            <a:extLst>
              <a:ext uri="{FF2B5EF4-FFF2-40B4-BE49-F238E27FC236}">
                <a16:creationId xmlns:a16="http://schemas.microsoft.com/office/drawing/2014/main" id="{B5950D78-4453-2556-3663-95BF6C850944}"/>
              </a:ext>
            </a:extLst>
          </p:cNvPr>
          <p:cNvSpPr>
            <a:spLocks noGrp="1" noRot="1" noChangeAspect="1" noTextEdit="1"/>
          </p:cNvSpPr>
          <p:nvPr>
            <p:ph type="sldImg" idx="2"/>
          </p:nvPr>
        </p:nvSpPr>
        <p:spPr>
          <a:noFill/>
        </p:spPr>
      </p:sp>
      <p:sp>
        <p:nvSpPr>
          <p:cNvPr id="43010" name="Google Shape;206;g3365d5ab5c8_0_136:notes">
            <a:extLst>
              <a:ext uri="{FF2B5EF4-FFF2-40B4-BE49-F238E27FC236}">
                <a16:creationId xmlns:a16="http://schemas.microsoft.com/office/drawing/2014/main" id="{66B62D4B-049F-1503-9299-FA6F4A60F884}"/>
              </a:ext>
            </a:extLst>
          </p:cNvPr>
          <p:cNvSpPr txBox="1">
            <a:spLocks noGrp="1" noChangeArrowheads="1"/>
          </p:cNvSpPr>
          <p:nvPr>
            <p:ph type="body" idx="1"/>
          </p:nvPr>
        </p:nvSpPr>
        <p:spPr/>
        <p:txBody>
          <a:bodyPr/>
          <a:lstStyle/>
          <a:p>
            <a:pPr marL="0" indent="0" eaLnBrk="1" hangingPunct="1">
              <a:buSzPts val="1100"/>
            </a:pPr>
            <a:r>
              <a:rPr lang="en-US" altLang="en-US" sz="1100">
                <a:latin typeface="Arial" panose="020B0704020202020204" pitchFamily="34" charset="0"/>
                <a:cs typeface="Arial" panose="020B0704020202020204" pitchFamily="34" charset="0"/>
              </a:rPr>
              <a:t>We analyze risks from three angles: user intent (malicious purposes or unintended consequences), scientific domains (chemical weapons, biological hazards, nuclear radiation), and environmental impact (natural environment damage, human health risks).</a:t>
            </a:r>
          </a:p>
          <a:p>
            <a:pPr marL="0" indent="0" eaLnBrk="1" hangingPunct="1">
              <a:buSzPts val="1100"/>
            </a:pPr>
            <a:r>
              <a:rPr lang="en-US" altLang="en-US" sz="1100">
                <a:latin typeface="Arial" panose="020B0704020202020204" pitchFamily="34" charset="0"/>
                <a:cs typeface="Arial" panose="020B0704020202020204" pitchFamily="34" charset="0"/>
              </a:rPr>
              <a:t>We propose a triadic framework: Human Regulation - training and auditing AI developers and users; Agent Alignment - improving AI decision-making to understand and prevent risks; Agent Regulation and Environmental Feedback - monitoring AI behavior and using environmental feedback for timely correction. We emphasize prioritizing safety alongside AI scientist autonomy. Only through comprehensive oversight and feedback systems can these powerful tools truly benefit scientific research</a:t>
            </a:r>
          </a:p>
        </p:txBody>
      </p:sp>
    </p:spTree>
    <p:extLst>
      <p:ext uri="{BB962C8B-B14F-4D97-AF65-F5344CB8AC3E}">
        <p14:creationId xmlns:p14="http://schemas.microsoft.com/office/powerpoint/2010/main" val="2388792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solidFill>
        <a:effectLst/>
      </p:bgPr>
    </p:bg>
    <p:spTree>
      <p:nvGrpSpPr>
        <p:cNvPr id="1" name=""/>
        <p:cNvGrpSpPr/>
        <p:nvPr/>
      </p:nvGrpSpPr>
      <p:grpSpPr>
        <a:xfrm>
          <a:off x="0" y="0"/>
          <a:ext cx="0" cy="0"/>
          <a:chOff x="0" y="0"/>
          <a:chExt cx="0" cy="0"/>
        </a:xfrm>
      </p:grpSpPr>
      <p:sp>
        <p:nvSpPr>
          <p:cNvPr id="12" name="Text Placeholder 9"/>
          <p:cNvSpPr>
            <a:spLocks noGrp="1"/>
          </p:cNvSpPr>
          <p:nvPr>
            <p:ph type="body" sz="quarter" idx="14" hasCustomPrompt="1"/>
          </p:nvPr>
        </p:nvSpPr>
        <p:spPr>
          <a:xfrm>
            <a:off x="594360" y="3002280"/>
            <a:ext cx="10895293" cy="274320"/>
          </a:xfrm>
          <a:prstGeom prst="rect">
            <a:avLst/>
          </a:prstGeom>
          <a:noFill/>
        </p:spPr>
        <p:txBody>
          <a:bodyPr anchor="ctr"/>
          <a:lstStyle>
            <a:lvl1pPr marL="0" indent="0">
              <a:lnSpc>
                <a:spcPct val="100000"/>
              </a:lnSpc>
              <a:buNone/>
              <a:defRPr sz="2800" b="0" baseline="0">
                <a:solidFill>
                  <a:schemeClr val="tx1"/>
                </a:solidFill>
                <a:latin typeface="Microsoft Sans Serif" panose="020B0604020202020204" pitchFamily="34" charset="0"/>
                <a:cs typeface="Microsoft Sans Serif" panose="020B0604020202020204" pitchFamily="34" charset="0"/>
              </a:defRPr>
            </a:lvl1pPr>
            <a:lvl2pPr marL="342900" indent="0">
              <a:buNone/>
              <a:defRPr b="1">
                <a:latin typeface="Arial" panose="020B0704020202020204"/>
                <a:cs typeface="Arial" panose="020B0704020202020204"/>
              </a:defRPr>
            </a:lvl2pPr>
            <a:lvl3pPr marL="685800" indent="0">
              <a:buNone/>
              <a:defRPr b="1">
                <a:latin typeface="Arial" panose="020B0704020202020204"/>
                <a:cs typeface="Arial" panose="020B0704020202020204"/>
              </a:defRPr>
            </a:lvl3pPr>
            <a:lvl4pPr marL="1028700" indent="0">
              <a:buNone/>
              <a:defRPr b="1">
                <a:latin typeface="Arial" panose="020B0704020202020204"/>
                <a:cs typeface="Arial" panose="020B0704020202020204"/>
              </a:defRPr>
            </a:lvl4pPr>
            <a:lvl5pPr marL="1371600" indent="0">
              <a:buNone/>
              <a:defRPr b="1">
                <a:latin typeface="Arial" panose="020B0704020202020204"/>
                <a:cs typeface="Arial" panose="020B0704020202020204"/>
              </a:defRPr>
            </a:lvl5pPr>
          </a:lstStyle>
          <a:p>
            <a:pPr lvl="0"/>
            <a:r>
              <a:rPr lang="en-US" dirty="0"/>
              <a:t>Presenter, Department</a:t>
            </a:r>
          </a:p>
        </p:txBody>
      </p:sp>
      <p:sp>
        <p:nvSpPr>
          <p:cNvPr id="2" name="Title 1"/>
          <p:cNvSpPr>
            <a:spLocks noGrp="1"/>
          </p:cNvSpPr>
          <p:nvPr>
            <p:ph type="title" hasCustomPrompt="1"/>
          </p:nvPr>
        </p:nvSpPr>
        <p:spPr>
          <a:xfrm>
            <a:off x="609600" y="2311569"/>
            <a:ext cx="10896196" cy="507831"/>
          </a:xfrm>
          <a:noFill/>
        </p:spPr>
        <p:txBody>
          <a:bodyPr/>
          <a:lstStyle>
            <a:lvl1pPr>
              <a:lnSpc>
                <a:spcPct val="100000"/>
              </a:lnSpc>
              <a:defRPr sz="4800" baseline="0">
                <a:solidFill>
                  <a:schemeClr val="tx1"/>
                </a:solidFill>
                <a:latin typeface="YaleNew" panose="02000602050000020003" pitchFamily="2" charset="77"/>
                <a:cs typeface="Microsoft Sans Serif" panose="020B0604020202020204" pitchFamily="34" charset="0"/>
              </a:defRPr>
            </a:lvl1pPr>
          </a:lstStyle>
          <a:p>
            <a:r>
              <a:rPr lang="en-US" dirty="0"/>
              <a:t>Title</a:t>
            </a:r>
          </a:p>
        </p:txBody>
      </p:sp>
      <p:sp>
        <p:nvSpPr>
          <p:cNvPr id="8" name="Text Placeholder 9"/>
          <p:cNvSpPr>
            <a:spLocks noGrp="1"/>
          </p:cNvSpPr>
          <p:nvPr>
            <p:ph type="body" sz="quarter" idx="16" hasCustomPrompt="1"/>
          </p:nvPr>
        </p:nvSpPr>
        <p:spPr>
          <a:xfrm>
            <a:off x="603504" y="3459480"/>
            <a:ext cx="10895293" cy="274320"/>
          </a:xfrm>
          <a:prstGeom prst="rect">
            <a:avLst/>
          </a:prstGeom>
          <a:noFill/>
        </p:spPr>
        <p:txBody>
          <a:bodyPr anchor="ctr"/>
          <a:lstStyle>
            <a:lvl1pPr marL="0" indent="0">
              <a:lnSpc>
                <a:spcPct val="100000"/>
              </a:lnSpc>
              <a:buNone/>
              <a:defRPr sz="1600" b="0" i="0" baseline="0">
                <a:solidFill>
                  <a:schemeClr val="tx1"/>
                </a:solidFill>
                <a:latin typeface="Microsoft Sans Serif" panose="020B0604020202020204" pitchFamily="34" charset="0"/>
                <a:cs typeface="Arial" panose="020B0704020202020204"/>
              </a:defRPr>
            </a:lvl1pPr>
            <a:lvl2pPr marL="342900" indent="0">
              <a:buNone/>
              <a:defRPr b="1">
                <a:latin typeface="Arial" panose="020B0704020202020204"/>
                <a:cs typeface="Arial" panose="020B0704020202020204"/>
              </a:defRPr>
            </a:lvl2pPr>
            <a:lvl3pPr marL="685800" indent="0">
              <a:buNone/>
              <a:defRPr b="1">
                <a:latin typeface="Arial" panose="020B0704020202020204"/>
                <a:cs typeface="Arial" panose="020B0704020202020204"/>
              </a:defRPr>
            </a:lvl3pPr>
            <a:lvl4pPr marL="1028700" indent="0">
              <a:buNone/>
              <a:defRPr b="1">
                <a:latin typeface="Arial" panose="020B0704020202020204"/>
                <a:cs typeface="Arial" panose="020B0704020202020204"/>
              </a:defRPr>
            </a:lvl4pPr>
            <a:lvl5pPr marL="1371600" indent="0">
              <a:buNone/>
              <a:defRPr b="1">
                <a:latin typeface="Arial" panose="020B0704020202020204"/>
                <a:cs typeface="Arial" panose="020B0704020202020204"/>
              </a:defRPr>
            </a:lvl5pPr>
          </a:lstStyle>
          <a:p>
            <a:pPr lvl="0"/>
            <a:r>
              <a:rPr lang="en-US" dirty="0"/>
              <a:t>Month Day, Year</a:t>
            </a: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alternate">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12" name="Text Placeholder 9"/>
          <p:cNvSpPr>
            <a:spLocks noGrp="1"/>
          </p:cNvSpPr>
          <p:nvPr>
            <p:ph type="body" sz="quarter" idx="14" hasCustomPrompt="1"/>
          </p:nvPr>
        </p:nvSpPr>
        <p:spPr>
          <a:xfrm>
            <a:off x="594360" y="3002280"/>
            <a:ext cx="10895293" cy="274320"/>
          </a:xfrm>
          <a:prstGeom prst="rect">
            <a:avLst/>
          </a:prstGeom>
        </p:spPr>
        <p:txBody>
          <a:bodyPr anchor="ctr"/>
          <a:lstStyle>
            <a:lvl1pPr marL="0" indent="0">
              <a:lnSpc>
                <a:spcPct val="100000"/>
              </a:lnSpc>
              <a:buNone/>
              <a:defRPr sz="2800" b="0" baseline="0">
                <a:solidFill>
                  <a:schemeClr val="bg2"/>
                </a:solidFill>
                <a:latin typeface="Microsoft Sans Serif" panose="020B0604020202020204" pitchFamily="34" charset="0"/>
                <a:cs typeface="Microsoft Sans Serif" panose="020B0604020202020204" pitchFamily="34" charset="0"/>
              </a:defRPr>
            </a:lvl1pPr>
            <a:lvl2pPr marL="342900" indent="0">
              <a:buNone/>
              <a:defRPr b="1">
                <a:latin typeface="Arial" panose="020B0704020202020204"/>
                <a:cs typeface="Arial" panose="020B0704020202020204"/>
              </a:defRPr>
            </a:lvl2pPr>
            <a:lvl3pPr marL="685800" indent="0">
              <a:buNone/>
              <a:defRPr b="1">
                <a:latin typeface="Arial" panose="020B0704020202020204"/>
                <a:cs typeface="Arial" panose="020B0704020202020204"/>
              </a:defRPr>
            </a:lvl3pPr>
            <a:lvl4pPr marL="1028700" indent="0">
              <a:buNone/>
              <a:defRPr b="1">
                <a:latin typeface="Arial" panose="020B0704020202020204"/>
                <a:cs typeface="Arial" panose="020B0704020202020204"/>
              </a:defRPr>
            </a:lvl4pPr>
            <a:lvl5pPr marL="1371600" indent="0">
              <a:buNone/>
              <a:defRPr b="1">
                <a:latin typeface="Arial" panose="020B0704020202020204"/>
                <a:cs typeface="Arial" panose="020B0704020202020204"/>
              </a:defRPr>
            </a:lvl5pPr>
          </a:lstStyle>
          <a:p>
            <a:pPr lvl="0"/>
            <a:r>
              <a:rPr lang="en-US" dirty="0"/>
              <a:t>Presenter, Department</a:t>
            </a:r>
          </a:p>
        </p:txBody>
      </p:sp>
      <p:sp>
        <p:nvSpPr>
          <p:cNvPr id="2" name="Title 1"/>
          <p:cNvSpPr>
            <a:spLocks noGrp="1"/>
          </p:cNvSpPr>
          <p:nvPr>
            <p:ph type="title" hasCustomPrompt="1"/>
          </p:nvPr>
        </p:nvSpPr>
        <p:spPr>
          <a:xfrm>
            <a:off x="609600" y="2311569"/>
            <a:ext cx="10896196" cy="507831"/>
          </a:xfrm>
        </p:spPr>
        <p:txBody>
          <a:bodyPr/>
          <a:lstStyle>
            <a:lvl1pPr>
              <a:lnSpc>
                <a:spcPct val="100000"/>
              </a:lnSpc>
              <a:defRPr sz="4800" baseline="0">
                <a:solidFill>
                  <a:schemeClr val="bg2"/>
                </a:solidFill>
                <a:latin typeface="YaleNew" panose="02000602050000020003" pitchFamily="2" charset="77"/>
                <a:cs typeface="Microsoft Sans Serif" panose="020B0604020202020204" pitchFamily="34" charset="0"/>
              </a:defRPr>
            </a:lvl1pPr>
          </a:lstStyle>
          <a:p>
            <a:r>
              <a:rPr lang="en-US" dirty="0"/>
              <a:t>Title</a:t>
            </a:r>
          </a:p>
        </p:txBody>
      </p:sp>
      <p:sp>
        <p:nvSpPr>
          <p:cNvPr id="8" name="Text Placeholder 9"/>
          <p:cNvSpPr>
            <a:spLocks noGrp="1"/>
          </p:cNvSpPr>
          <p:nvPr>
            <p:ph type="body" sz="quarter" idx="16" hasCustomPrompt="1"/>
          </p:nvPr>
        </p:nvSpPr>
        <p:spPr>
          <a:xfrm>
            <a:off x="603504" y="3459480"/>
            <a:ext cx="10895293" cy="274320"/>
          </a:xfrm>
          <a:prstGeom prst="rect">
            <a:avLst/>
          </a:prstGeom>
        </p:spPr>
        <p:txBody>
          <a:bodyPr anchor="ctr"/>
          <a:lstStyle>
            <a:lvl1pPr marL="0" indent="0">
              <a:lnSpc>
                <a:spcPct val="100000"/>
              </a:lnSpc>
              <a:buNone/>
              <a:defRPr sz="1600" b="0" i="0" baseline="0">
                <a:solidFill>
                  <a:schemeClr val="bg2"/>
                </a:solidFill>
                <a:latin typeface="Microsoft Sans Serif" panose="020B0604020202020204" pitchFamily="34" charset="0"/>
                <a:cs typeface="Arial" panose="020B0704020202020204"/>
              </a:defRPr>
            </a:lvl1pPr>
            <a:lvl2pPr marL="342900" indent="0">
              <a:buNone/>
              <a:defRPr b="1">
                <a:latin typeface="Arial" panose="020B0704020202020204"/>
                <a:cs typeface="Arial" panose="020B0704020202020204"/>
              </a:defRPr>
            </a:lvl2pPr>
            <a:lvl3pPr marL="685800" indent="0">
              <a:buNone/>
              <a:defRPr b="1">
                <a:latin typeface="Arial" panose="020B0704020202020204"/>
                <a:cs typeface="Arial" panose="020B0704020202020204"/>
              </a:defRPr>
            </a:lvl3pPr>
            <a:lvl4pPr marL="1028700" indent="0">
              <a:buNone/>
              <a:defRPr b="1">
                <a:latin typeface="Arial" panose="020B0704020202020204"/>
                <a:cs typeface="Arial" panose="020B0704020202020204"/>
              </a:defRPr>
            </a:lvl4pPr>
            <a:lvl5pPr marL="1371600" indent="0">
              <a:buNone/>
              <a:defRPr b="1">
                <a:latin typeface="Arial" panose="020B0704020202020204"/>
                <a:cs typeface="Arial" panose="020B0704020202020204"/>
              </a:defRPr>
            </a:lvl5pPr>
          </a:lstStyle>
          <a:p>
            <a:pPr lvl="0"/>
            <a:r>
              <a:rPr lang="en-US" dirty="0"/>
              <a:t>Month Day, Year</a:t>
            </a:r>
          </a:p>
        </p:txBody>
      </p:sp>
    </p:spTree>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half photo">
    <p:spTree>
      <p:nvGrpSpPr>
        <p:cNvPr id="1" name=""/>
        <p:cNvGrpSpPr/>
        <p:nvPr/>
      </p:nvGrpSpPr>
      <p:grpSpPr>
        <a:xfrm>
          <a:off x="0" y="0"/>
          <a:ext cx="0" cy="0"/>
          <a:chOff x="0" y="0"/>
          <a:chExt cx="0" cy="0"/>
        </a:xfrm>
      </p:grpSpPr>
      <p:sp>
        <p:nvSpPr>
          <p:cNvPr id="11" name="Picture Placeholder 10"/>
          <p:cNvSpPr>
            <a:spLocks noGrp="1"/>
          </p:cNvSpPr>
          <p:nvPr>
            <p:ph type="pic" sz="quarter" idx="16"/>
          </p:nvPr>
        </p:nvSpPr>
        <p:spPr>
          <a:xfrm>
            <a:off x="0" y="1"/>
            <a:ext cx="12192000" cy="3509041"/>
          </a:xfrm>
        </p:spPr>
        <p:txBody>
          <a:bodyPr/>
          <a:lstStyle/>
          <a:p>
            <a:r>
              <a:rPr lang="en-US"/>
              <a:t>Click icon to add picture</a:t>
            </a:r>
          </a:p>
        </p:txBody>
      </p:sp>
      <p:sp>
        <p:nvSpPr>
          <p:cNvPr id="6" name="Rectangle 5"/>
          <p:cNvSpPr/>
          <p:nvPr userDrawn="1"/>
        </p:nvSpPr>
        <p:spPr>
          <a:xfrm>
            <a:off x="0" y="342900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Proxima Nova Regular"/>
            </a:endParaRPr>
          </a:p>
        </p:txBody>
      </p:sp>
      <p:sp>
        <p:nvSpPr>
          <p:cNvPr id="15" name="Text Placeholder 9"/>
          <p:cNvSpPr>
            <a:spLocks noGrp="1"/>
          </p:cNvSpPr>
          <p:nvPr>
            <p:ph type="body" sz="quarter" idx="14" hasCustomPrompt="1"/>
          </p:nvPr>
        </p:nvSpPr>
        <p:spPr>
          <a:xfrm>
            <a:off x="533400" y="4663496"/>
            <a:ext cx="10895293" cy="274320"/>
          </a:xfrm>
          <a:prstGeom prst="rect">
            <a:avLst/>
          </a:prstGeom>
        </p:spPr>
        <p:txBody>
          <a:bodyPr anchor="ctr"/>
          <a:lstStyle>
            <a:lvl1pPr marL="0" indent="0">
              <a:lnSpc>
                <a:spcPct val="100000"/>
              </a:lnSpc>
              <a:buNone/>
              <a:defRPr sz="2800" b="0" baseline="0">
                <a:solidFill>
                  <a:srgbClr val="FFFFFF"/>
                </a:solidFill>
                <a:latin typeface="Microsoft Sans Serif" panose="020B0604020202020204" pitchFamily="34" charset="0"/>
                <a:cs typeface="Microsoft Sans Serif" panose="020B0604020202020204" pitchFamily="34" charset="0"/>
              </a:defRPr>
            </a:lvl1pPr>
            <a:lvl2pPr marL="342900" indent="0">
              <a:buNone/>
              <a:defRPr b="1">
                <a:latin typeface="Arial" panose="020B0704020202020204"/>
                <a:cs typeface="Arial" panose="020B0704020202020204"/>
              </a:defRPr>
            </a:lvl2pPr>
            <a:lvl3pPr marL="685800" indent="0">
              <a:buNone/>
              <a:defRPr b="1">
                <a:latin typeface="Arial" panose="020B0704020202020204"/>
                <a:cs typeface="Arial" panose="020B0704020202020204"/>
              </a:defRPr>
            </a:lvl3pPr>
            <a:lvl4pPr marL="1028700" indent="0">
              <a:buNone/>
              <a:defRPr b="1">
                <a:latin typeface="Arial" panose="020B0704020202020204"/>
                <a:cs typeface="Arial" panose="020B0704020202020204"/>
              </a:defRPr>
            </a:lvl4pPr>
            <a:lvl5pPr marL="1371600" indent="0">
              <a:buNone/>
              <a:defRPr b="1">
                <a:latin typeface="Arial" panose="020B0704020202020204"/>
                <a:cs typeface="Arial" panose="020B0704020202020204"/>
              </a:defRPr>
            </a:lvl5pPr>
          </a:lstStyle>
          <a:p>
            <a:pPr lvl="0"/>
            <a:r>
              <a:rPr lang="en-US" dirty="0"/>
              <a:t>Presenter, Department</a:t>
            </a:r>
          </a:p>
        </p:txBody>
      </p:sp>
      <p:sp>
        <p:nvSpPr>
          <p:cNvPr id="16" name="Title 1"/>
          <p:cNvSpPr>
            <a:spLocks noGrp="1"/>
          </p:cNvSpPr>
          <p:nvPr>
            <p:ph type="title" hasCustomPrompt="1"/>
          </p:nvPr>
        </p:nvSpPr>
        <p:spPr>
          <a:xfrm>
            <a:off x="533804" y="3956363"/>
            <a:ext cx="10896196" cy="507831"/>
          </a:xfrm>
        </p:spPr>
        <p:txBody>
          <a:bodyPr/>
          <a:lstStyle>
            <a:lvl1pPr>
              <a:lnSpc>
                <a:spcPct val="100000"/>
              </a:lnSpc>
              <a:defRPr sz="4800" baseline="0">
                <a:solidFill>
                  <a:schemeClr val="bg1"/>
                </a:solidFill>
                <a:latin typeface="YaleNew" panose="02000602050000020003" pitchFamily="2" charset="77"/>
                <a:cs typeface="Microsoft Sans Serif" panose="020B0604020202020204" pitchFamily="34" charset="0"/>
              </a:defRPr>
            </a:lvl1pPr>
          </a:lstStyle>
          <a:p>
            <a:r>
              <a:rPr lang="en-US" dirty="0"/>
              <a:t>Title</a:t>
            </a:r>
          </a:p>
        </p:txBody>
      </p:sp>
      <p:sp>
        <p:nvSpPr>
          <p:cNvPr id="21" name="Text Placeholder 9"/>
          <p:cNvSpPr>
            <a:spLocks noGrp="1"/>
          </p:cNvSpPr>
          <p:nvPr>
            <p:ph type="body" sz="quarter" idx="17" hasCustomPrompt="1"/>
          </p:nvPr>
        </p:nvSpPr>
        <p:spPr>
          <a:xfrm>
            <a:off x="533400" y="5120696"/>
            <a:ext cx="10895293" cy="274320"/>
          </a:xfrm>
          <a:prstGeom prst="rect">
            <a:avLst/>
          </a:prstGeom>
        </p:spPr>
        <p:txBody>
          <a:bodyPr anchor="ctr"/>
          <a:lstStyle>
            <a:lvl1pPr marL="0" indent="0">
              <a:lnSpc>
                <a:spcPct val="100000"/>
              </a:lnSpc>
              <a:buNone/>
              <a:defRPr sz="1600" b="0" i="0" baseline="0">
                <a:solidFill>
                  <a:srgbClr val="FFFFFF"/>
                </a:solidFill>
                <a:latin typeface="Microsoft Sans Serif" panose="020B0604020202020204" pitchFamily="34" charset="0"/>
                <a:cs typeface="Arial" panose="020B0704020202020204"/>
              </a:defRPr>
            </a:lvl1pPr>
            <a:lvl2pPr marL="342900" indent="0">
              <a:buNone/>
              <a:defRPr b="1">
                <a:latin typeface="Arial" panose="020B0704020202020204"/>
                <a:cs typeface="Arial" panose="020B0704020202020204"/>
              </a:defRPr>
            </a:lvl2pPr>
            <a:lvl3pPr marL="685800" indent="0">
              <a:buNone/>
              <a:defRPr b="1">
                <a:latin typeface="Arial" panose="020B0704020202020204"/>
                <a:cs typeface="Arial" panose="020B0704020202020204"/>
              </a:defRPr>
            </a:lvl3pPr>
            <a:lvl4pPr marL="1028700" indent="0">
              <a:buNone/>
              <a:defRPr b="1">
                <a:latin typeface="Arial" panose="020B0704020202020204"/>
                <a:cs typeface="Arial" panose="020B0704020202020204"/>
              </a:defRPr>
            </a:lvl4pPr>
            <a:lvl5pPr marL="1371600" indent="0">
              <a:buNone/>
              <a:defRPr b="1">
                <a:latin typeface="Arial" panose="020B0704020202020204"/>
                <a:cs typeface="Arial" panose="020B0704020202020204"/>
              </a:defRPr>
            </a:lvl5pPr>
          </a:lstStyle>
          <a:p>
            <a:pPr lvl="0"/>
            <a:r>
              <a:rPr lang="en-US" dirty="0"/>
              <a:t>Month Day, Year</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14" name="Text Placeholder 1"/>
          <p:cNvSpPr>
            <a:spLocks noGrp="1"/>
          </p:cNvSpPr>
          <p:nvPr>
            <p:ph type="body" sz="quarter" idx="4294967295"/>
          </p:nvPr>
        </p:nvSpPr>
        <p:spPr>
          <a:xfrm>
            <a:off x="601580" y="1143000"/>
            <a:ext cx="10828421" cy="4876800"/>
          </a:xfrm>
        </p:spPr>
        <p:txBody>
          <a:bodyPr/>
          <a:lstStyle>
            <a:lvl1pPr marL="0" indent="0">
              <a:buFont typeface="Arial" panose="020B0704020202020204" pitchFamily="34" charset="0"/>
              <a:buNone/>
              <a:defRPr>
                <a:solidFill>
                  <a:schemeClr val="tx2"/>
                </a:solidFill>
                <a:latin typeface="Microsoft Sans Serif" panose="020B0604020202020204" pitchFamily="34" charset="0"/>
                <a:cs typeface="Microsoft Sans Serif" panose="020B0604020202020204" pitchFamily="34" charset="0"/>
              </a:defRPr>
            </a:lvl1pPr>
          </a:lstStyle>
          <a:p>
            <a:pPr lvl="0"/>
            <a:r>
              <a:rPr lang="en-US" dirty="0"/>
              <a:t>Edit Master text styles</a:t>
            </a:r>
          </a:p>
        </p:txBody>
      </p:sp>
      <p:sp>
        <p:nvSpPr>
          <p:cNvPr id="16" name="Title 3"/>
          <p:cNvSpPr>
            <a:spLocks noGrp="1"/>
          </p:cNvSpPr>
          <p:nvPr>
            <p:ph type="title"/>
          </p:nvPr>
        </p:nvSpPr>
        <p:spPr>
          <a:xfrm>
            <a:off x="601581" y="466346"/>
            <a:ext cx="10828420" cy="507831"/>
          </a:xfrm>
        </p:spPr>
        <p:txBody>
          <a:bodyPr/>
          <a:lstStyle>
            <a:lvl1pPr>
              <a:defRPr sz="3600">
                <a:solidFill>
                  <a:schemeClr val="tx2"/>
                </a:solidFill>
                <a:latin typeface="YaleNew" panose="02000602050000020003" pitchFamily="2" charset="77"/>
                <a:cs typeface="Microsoft Sans Serif" panose="020B0604020202020204" pitchFamily="34" charset="0"/>
              </a:defRPr>
            </a:lvl1pPr>
          </a:lstStyle>
          <a:p>
            <a:r>
              <a:rPr lang="en-US"/>
              <a:t>Click to edit Master title style</a:t>
            </a:r>
            <a:endParaRPr lang="en-US" dirty="0"/>
          </a:p>
        </p:txBody>
      </p:sp>
      <p:sp>
        <p:nvSpPr>
          <p:cNvPr id="4" name="Slide Number Placeholder 5"/>
          <p:cNvSpPr>
            <a:spLocks noGrp="1"/>
          </p:cNvSpPr>
          <p:nvPr>
            <p:ph type="sldNum" sz="quarter" idx="10"/>
          </p:nvPr>
        </p:nvSpPr>
        <p:spPr/>
        <p:txBody>
          <a:bodyPr/>
          <a:lstStyle>
            <a:lvl1pPr>
              <a:defRPr/>
            </a:lvl1pPr>
          </a:lstStyle>
          <a:p>
            <a:pPr>
              <a:defRPr/>
            </a:pPr>
            <a:fld id="{A48725E7-0BCD-FA4A-B64F-9E36BFFE79F3}"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ntent Slide 1">
    <p:spTree>
      <p:nvGrpSpPr>
        <p:cNvPr id="1" name=""/>
        <p:cNvGrpSpPr/>
        <p:nvPr/>
      </p:nvGrpSpPr>
      <p:grpSpPr>
        <a:xfrm>
          <a:off x="0" y="0"/>
          <a:ext cx="0" cy="0"/>
          <a:chOff x="0" y="0"/>
          <a:chExt cx="0" cy="0"/>
        </a:xfrm>
      </p:grpSpPr>
      <p:sp>
        <p:nvSpPr>
          <p:cNvPr id="14" name="Text Placeholder 1"/>
          <p:cNvSpPr>
            <a:spLocks noGrp="1"/>
          </p:cNvSpPr>
          <p:nvPr>
            <p:ph type="body" sz="quarter" idx="4294967295"/>
          </p:nvPr>
        </p:nvSpPr>
        <p:spPr>
          <a:xfrm>
            <a:off x="601580" y="1677582"/>
            <a:ext cx="10828421" cy="4342217"/>
          </a:xfrm>
        </p:spPr>
        <p:txBody>
          <a:bodyPr/>
          <a:lstStyle>
            <a:lvl1pPr marL="0" indent="0">
              <a:buFont typeface="Arial" panose="020B0704020202020204" pitchFamily="34" charset="0"/>
              <a:buNone/>
              <a:defRPr>
                <a:solidFill>
                  <a:schemeClr val="tx2"/>
                </a:solidFill>
                <a:latin typeface="Microsoft Sans Serif" panose="020B0604020202020204" pitchFamily="34" charset="0"/>
                <a:cs typeface="Microsoft Sans Serif" panose="020B0604020202020204" pitchFamily="34" charset="0"/>
              </a:defRPr>
            </a:lvl1pPr>
            <a:lvl2pPr>
              <a:defRPr>
                <a:solidFill>
                  <a:schemeClr val="tx2"/>
                </a:solidFill>
                <a:latin typeface="Microsoft Sans Serif" panose="020B0604020202020204" pitchFamily="34" charset="0"/>
                <a:cs typeface="Microsoft Sans Serif" panose="020B0604020202020204" pitchFamily="34" charset="0"/>
              </a:defRPr>
            </a:lvl2pPr>
            <a:lvl3pPr>
              <a:defRPr>
                <a:solidFill>
                  <a:schemeClr val="tx2"/>
                </a:solidFill>
                <a:latin typeface="Microsoft Sans Serif" panose="020B0604020202020204" pitchFamily="34" charset="0"/>
                <a:cs typeface="Microsoft Sans Serif" panose="020B0604020202020204" pitchFamily="34" charset="0"/>
              </a:defRPr>
            </a:lvl3pPr>
            <a:lvl4pPr>
              <a:defRPr>
                <a:solidFill>
                  <a:schemeClr val="tx2"/>
                </a:solidFill>
                <a:latin typeface="Microsoft Sans Serif" panose="020B0604020202020204" pitchFamily="34" charset="0"/>
                <a:cs typeface="Microsoft Sans Serif" panose="020B0604020202020204" pitchFamily="34" charset="0"/>
              </a:defRPr>
            </a:lvl4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16" name="Title 3"/>
          <p:cNvSpPr>
            <a:spLocks noGrp="1"/>
          </p:cNvSpPr>
          <p:nvPr>
            <p:ph type="title"/>
          </p:nvPr>
        </p:nvSpPr>
        <p:spPr>
          <a:xfrm>
            <a:off x="601581" y="466346"/>
            <a:ext cx="10828420" cy="507831"/>
          </a:xfrm>
        </p:spPr>
        <p:txBody>
          <a:bodyPr/>
          <a:lstStyle>
            <a:lvl1pPr>
              <a:defRPr sz="3600">
                <a:solidFill>
                  <a:schemeClr val="tx2"/>
                </a:solidFill>
                <a:latin typeface="YaleNew" panose="02000602050000020003" pitchFamily="2" charset="77"/>
                <a:cs typeface="Microsoft Sans Serif" panose="020B0604020202020204" pitchFamily="34" charset="0"/>
              </a:defRPr>
            </a:lvl1pPr>
          </a:lstStyle>
          <a:p>
            <a:r>
              <a:rPr lang="en-US"/>
              <a:t>Click to edit Master title style</a:t>
            </a:r>
            <a:endParaRPr lang="en-US" dirty="0"/>
          </a:p>
        </p:txBody>
      </p:sp>
      <p:sp>
        <p:nvSpPr>
          <p:cNvPr id="4" name="Slide Number Placeholder 5"/>
          <p:cNvSpPr>
            <a:spLocks noGrp="1"/>
          </p:cNvSpPr>
          <p:nvPr>
            <p:ph type="sldNum" sz="quarter" idx="10"/>
          </p:nvPr>
        </p:nvSpPr>
        <p:spPr/>
        <p:txBody>
          <a:bodyPr/>
          <a:lstStyle>
            <a:lvl1pPr>
              <a:defRPr/>
            </a:lvl1pPr>
          </a:lstStyle>
          <a:p>
            <a:pPr>
              <a:defRPr/>
            </a:pPr>
            <a:fld id="{A48725E7-0BCD-FA4A-B64F-9E36BFFE79F3}" type="slidenum">
              <a:rPr lang="en-US"/>
              <a:t>‹#›</a:t>
            </a:fld>
            <a:endParaRPr lang="en-US" dirty="0"/>
          </a:p>
        </p:txBody>
      </p:sp>
      <p:sp>
        <p:nvSpPr>
          <p:cNvPr id="3" name="Text Placeholder 2"/>
          <p:cNvSpPr>
            <a:spLocks noGrp="1"/>
          </p:cNvSpPr>
          <p:nvPr>
            <p:ph type="body" sz="quarter" idx="11" hasCustomPrompt="1"/>
          </p:nvPr>
        </p:nvSpPr>
        <p:spPr>
          <a:xfrm>
            <a:off x="601663" y="1143000"/>
            <a:ext cx="10828337" cy="365760"/>
          </a:xfrm>
          <a:solidFill>
            <a:schemeClr val="accent3">
              <a:lumMod val="20000"/>
              <a:lumOff val="80000"/>
            </a:schemeClr>
          </a:solidFill>
        </p:spPr>
        <p:txBody>
          <a:bodyPr anchor="ctr"/>
          <a:lstStyle>
            <a:lvl1pPr>
              <a:defRPr sz="2000">
                <a:solidFill>
                  <a:schemeClr val="tx2"/>
                </a:solidFill>
              </a:defRPr>
            </a:lvl1pPr>
          </a:lstStyle>
          <a:p>
            <a:pPr lvl="0"/>
            <a:r>
              <a:rPr lang="en-US" dirty="0"/>
              <a:t>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t Slide 1">
    <p:spTree>
      <p:nvGrpSpPr>
        <p:cNvPr id="1" name=""/>
        <p:cNvGrpSpPr/>
        <p:nvPr/>
      </p:nvGrpSpPr>
      <p:grpSpPr>
        <a:xfrm>
          <a:off x="0" y="0"/>
          <a:ext cx="0" cy="0"/>
          <a:chOff x="0" y="0"/>
          <a:chExt cx="0" cy="0"/>
        </a:xfrm>
      </p:grpSpPr>
      <p:sp>
        <p:nvSpPr>
          <p:cNvPr id="16" name="Title 3"/>
          <p:cNvSpPr>
            <a:spLocks noGrp="1"/>
          </p:cNvSpPr>
          <p:nvPr>
            <p:ph type="title"/>
          </p:nvPr>
        </p:nvSpPr>
        <p:spPr>
          <a:xfrm>
            <a:off x="601581" y="466346"/>
            <a:ext cx="10828420" cy="507831"/>
          </a:xfrm>
        </p:spPr>
        <p:txBody>
          <a:bodyPr/>
          <a:lstStyle>
            <a:lvl1pPr>
              <a:defRPr sz="3600">
                <a:solidFill>
                  <a:schemeClr val="tx2"/>
                </a:solidFill>
                <a:latin typeface="YaleNew" panose="02000602050000020003" pitchFamily="2" charset="77"/>
                <a:cs typeface="Microsoft Sans Serif" panose="020B0604020202020204" pitchFamily="34" charset="0"/>
              </a:defRPr>
            </a:lvl1pPr>
          </a:lstStyle>
          <a:p>
            <a:r>
              <a:rPr lang="en-US"/>
              <a:t>Click to edit Master title style</a:t>
            </a:r>
            <a:endParaRPr lang="en-US" dirty="0"/>
          </a:p>
        </p:txBody>
      </p:sp>
      <p:sp>
        <p:nvSpPr>
          <p:cNvPr id="4" name="Slide Number Placeholder 5"/>
          <p:cNvSpPr>
            <a:spLocks noGrp="1"/>
          </p:cNvSpPr>
          <p:nvPr>
            <p:ph type="sldNum" sz="quarter" idx="10"/>
          </p:nvPr>
        </p:nvSpPr>
        <p:spPr/>
        <p:txBody>
          <a:bodyPr/>
          <a:lstStyle>
            <a:lvl1pPr>
              <a:defRPr/>
            </a:lvl1pPr>
          </a:lstStyle>
          <a:p>
            <a:pPr>
              <a:defRPr/>
            </a:pPr>
            <a:fld id="{A48725E7-0BCD-FA4A-B64F-9E36BFFE79F3}" type="slidenum">
              <a:rPr lang="en-US"/>
              <a:t>‹#›</a:t>
            </a:fld>
            <a:endParaRPr lang="en-US" dirty="0"/>
          </a:p>
        </p:txBody>
      </p:sp>
      <p:sp>
        <p:nvSpPr>
          <p:cNvPr id="2" name="Rectangle 1"/>
          <p:cNvSpPr/>
          <p:nvPr userDrawn="1"/>
        </p:nvSpPr>
        <p:spPr>
          <a:xfrm>
            <a:off x="0" y="1050376"/>
            <a:ext cx="12192000" cy="13716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Proxima Nova Regular"/>
            </a:endParaRPr>
          </a:p>
        </p:txBody>
      </p:sp>
      <p:sp>
        <p:nvSpPr>
          <p:cNvPr id="5" name="Text Placeholder 4"/>
          <p:cNvSpPr>
            <a:spLocks noGrp="1"/>
          </p:cNvSpPr>
          <p:nvPr>
            <p:ph type="body" sz="quarter" idx="11"/>
          </p:nvPr>
        </p:nvSpPr>
        <p:spPr>
          <a:xfrm>
            <a:off x="601287" y="1355176"/>
            <a:ext cx="10828337" cy="762000"/>
          </a:xfrm>
        </p:spPr>
        <p:txBody>
          <a:bodyPr anchor="ctr"/>
          <a:lstStyle>
            <a:lvl1pPr>
              <a:defRPr sz="2400">
                <a:solidFill>
                  <a:schemeClr val="tx2"/>
                </a:solidFill>
              </a:defRPr>
            </a:lvl1pPr>
          </a:lstStyle>
          <a:p>
            <a:pPr lvl="0"/>
            <a:r>
              <a:rPr lang="en-US" dirty="0"/>
              <a:t>Edit Master text styles</a:t>
            </a:r>
          </a:p>
        </p:txBody>
      </p:sp>
      <p:sp>
        <p:nvSpPr>
          <p:cNvPr id="8" name="Content Placeholder 7"/>
          <p:cNvSpPr>
            <a:spLocks noGrp="1"/>
          </p:cNvSpPr>
          <p:nvPr>
            <p:ph sz="quarter" idx="12"/>
          </p:nvPr>
        </p:nvSpPr>
        <p:spPr>
          <a:xfrm>
            <a:off x="601287" y="2599287"/>
            <a:ext cx="10828337" cy="367347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10" name="Slide Number Placeholder 4"/>
          <p:cNvSpPr>
            <a:spLocks noGrp="1"/>
          </p:cNvSpPr>
          <p:nvPr>
            <p:ph type="sldNum" sz="quarter" idx="15"/>
          </p:nvPr>
        </p:nvSpPr>
        <p:spPr/>
        <p:txBody>
          <a:bodyPr/>
          <a:lstStyle>
            <a:lvl1pPr>
              <a:defRPr/>
            </a:lvl1pPr>
          </a:lstStyle>
          <a:p>
            <a:pPr>
              <a:defRPr/>
            </a:pPr>
            <a:fld id="{59D14E7F-45AD-DE46-9B52-3C1C3176B3A7}" type="slidenum">
              <a:rPr lang="en-US"/>
              <a:t>‹#›</a:t>
            </a:fld>
            <a:endParaRPr lang="en-US" dirty="0"/>
          </a:p>
        </p:txBody>
      </p:sp>
      <p:sp>
        <p:nvSpPr>
          <p:cNvPr id="4" name="Text Placeholder 3"/>
          <p:cNvSpPr>
            <a:spLocks noGrp="1"/>
          </p:cNvSpPr>
          <p:nvPr>
            <p:ph type="body" sz="quarter" idx="16" hasCustomPrompt="1"/>
          </p:nvPr>
        </p:nvSpPr>
        <p:spPr>
          <a:xfrm>
            <a:off x="381000" y="2324100"/>
            <a:ext cx="11430000" cy="2209800"/>
          </a:xfrm>
        </p:spPr>
        <p:txBody>
          <a:bodyPr anchor="ctr"/>
          <a:lstStyle>
            <a:lvl1pPr>
              <a:defRPr sz="8000">
                <a:latin typeface="YaleNew" panose="02000602050000020003" pitchFamily="2" charset="77"/>
              </a:defRPr>
            </a:lvl1pPr>
          </a:lstStyle>
          <a:p>
            <a:pPr lvl="0"/>
            <a:r>
              <a:rPr lang="en-US" dirty="0"/>
              <a:t>Divider Slide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ntent Slide 1">
    <p:spTree>
      <p:nvGrpSpPr>
        <p:cNvPr id="1" name=""/>
        <p:cNvGrpSpPr/>
        <p:nvPr/>
      </p:nvGrpSpPr>
      <p:grpSpPr>
        <a:xfrm>
          <a:off x="0" y="0"/>
          <a:ext cx="0" cy="0"/>
          <a:chOff x="0" y="0"/>
          <a:chExt cx="0" cy="0"/>
        </a:xfrm>
      </p:grpSpPr>
      <p:sp>
        <p:nvSpPr>
          <p:cNvPr id="16" name="Title 3"/>
          <p:cNvSpPr>
            <a:spLocks noGrp="1"/>
          </p:cNvSpPr>
          <p:nvPr>
            <p:ph type="title"/>
          </p:nvPr>
        </p:nvSpPr>
        <p:spPr>
          <a:xfrm>
            <a:off x="601581" y="466346"/>
            <a:ext cx="10828420" cy="507831"/>
          </a:xfrm>
        </p:spPr>
        <p:txBody>
          <a:bodyPr/>
          <a:lstStyle>
            <a:lvl1pPr>
              <a:defRPr sz="3600">
                <a:solidFill>
                  <a:schemeClr val="tx2"/>
                </a:solidFill>
                <a:latin typeface="YaleNew" panose="02000602050000020003" pitchFamily="2" charset="77"/>
                <a:cs typeface="Microsoft Sans Serif" panose="020B0604020202020204" pitchFamily="34" charset="0"/>
              </a:defRPr>
            </a:lvl1pPr>
          </a:lstStyle>
          <a:p>
            <a:r>
              <a:rPr lang="en-US"/>
              <a:t>Click to edit Master title style</a:t>
            </a:r>
            <a:endParaRPr lang="en-US" dirty="0"/>
          </a:p>
        </p:txBody>
      </p:sp>
      <p:sp>
        <p:nvSpPr>
          <p:cNvPr id="4" name="Slide Number Placeholder 5"/>
          <p:cNvSpPr>
            <a:spLocks noGrp="1"/>
          </p:cNvSpPr>
          <p:nvPr>
            <p:ph type="sldNum" sz="quarter" idx="10"/>
          </p:nvPr>
        </p:nvSpPr>
        <p:spPr/>
        <p:txBody>
          <a:bodyPr/>
          <a:lstStyle>
            <a:lvl1pPr>
              <a:defRPr/>
            </a:lvl1pPr>
          </a:lstStyle>
          <a:p>
            <a:pPr>
              <a:defRPr/>
            </a:pPr>
            <a:fld id="{A48725E7-0BCD-FA4A-B64F-9E36BFFE79F3}" type="slidenum">
              <a:rPr lang="en-US"/>
              <a:t>‹#›</a:t>
            </a:fld>
            <a:endParaRPr lang="en-US" dirty="0"/>
          </a:p>
        </p:txBody>
      </p:sp>
      <p:sp>
        <p:nvSpPr>
          <p:cNvPr id="3" name="Text Placeholder 2"/>
          <p:cNvSpPr>
            <a:spLocks noGrp="1"/>
          </p:cNvSpPr>
          <p:nvPr>
            <p:ph type="body" sz="quarter" idx="11" hasCustomPrompt="1"/>
          </p:nvPr>
        </p:nvSpPr>
        <p:spPr>
          <a:xfrm>
            <a:off x="601663" y="1143000"/>
            <a:ext cx="10828337" cy="365760"/>
          </a:xfrm>
          <a:solidFill>
            <a:schemeClr val="accent3">
              <a:lumMod val="20000"/>
              <a:lumOff val="80000"/>
            </a:schemeClr>
          </a:solidFill>
        </p:spPr>
        <p:txBody>
          <a:bodyPr anchor="ctr"/>
          <a:lstStyle>
            <a:lvl1pPr>
              <a:defRPr sz="2000">
                <a:solidFill>
                  <a:schemeClr val="tx2"/>
                </a:solidFill>
              </a:defRPr>
            </a:lvl1pPr>
          </a:lstStyle>
          <a:p>
            <a:pPr lvl="0"/>
            <a:r>
              <a:rPr lang="en-US" dirty="0"/>
              <a:t>EDIT MASTER TEXT STYLES</a:t>
            </a:r>
          </a:p>
        </p:txBody>
      </p:sp>
      <p:sp>
        <p:nvSpPr>
          <p:cNvPr id="8" name="Content Placeholder 7"/>
          <p:cNvSpPr>
            <a:spLocks noGrp="1"/>
          </p:cNvSpPr>
          <p:nvPr>
            <p:ph sz="quarter" idx="13"/>
          </p:nvPr>
        </p:nvSpPr>
        <p:spPr>
          <a:xfrm>
            <a:off x="6096000" y="1676400"/>
            <a:ext cx="5334000" cy="4572000"/>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7"/>
          <p:cNvSpPr>
            <a:spLocks noGrp="1"/>
          </p:cNvSpPr>
          <p:nvPr>
            <p:ph sz="quarter" idx="14"/>
          </p:nvPr>
        </p:nvSpPr>
        <p:spPr>
          <a:xfrm>
            <a:off x="598829" y="1676400"/>
            <a:ext cx="5334000" cy="4572000"/>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th bullets">
    <p:spTree>
      <p:nvGrpSpPr>
        <p:cNvPr id="1" name=""/>
        <p:cNvGrpSpPr/>
        <p:nvPr/>
      </p:nvGrpSpPr>
      <p:grpSpPr>
        <a:xfrm>
          <a:off x="0" y="0"/>
          <a:ext cx="0" cy="0"/>
          <a:chOff x="0" y="0"/>
          <a:chExt cx="0" cy="0"/>
        </a:xfrm>
      </p:grpSpPr>
      <p:sp>
        <p:nvSpPr>
          <p:cNvPr id="14" name="Text Placeholder 1"/>
          <p:cNvSpPr>
            <a:spLocks noGrp="1"/>
          </p:cNvSpPr>
          <p:nvPr>
            <p:ph type="body" sz="quarter" idx="4294967295"/>
          </p:nvPr>
        </p:nvSpPr>
        <p:spPr>
          <a:xfrm>
            <a:off x="601580" y="1143000"/>
            <a:ext cx="10828421" cy="4800600"/>
          </a:xfrm>
        </p:spPr>
        <p:txBody>
          <a:bodyPr/>
          <a:lstStyle>
            <a:lvl1pPr marL="214630" indent="-214630">
              <a:buFont typeface="Arial" panose="020B0704020202020204" pitchFamily="34" charset="0"/>
              <a:buChar char="•"/>
              <a:defRPr i="0">
                <a:solidFill>
                  <a:schemeClr val="tx2"/>
                </a:solidFill>
                <a:latin typeface="Microsoft Sans Serif" panose="020B0604020202020204" pitchFamily="34" charset="0"/>
                <a:cs typeface="Microsoft Sans Serif" panose="020B0604020202020204" pitchFamily="34" charset="0"/>
              </a:defRPr>
            </a:lvl1pPr>
            <a:lvl2pPr>
              <a:defRPr i="0">
                <a:solidFill>
                  <a:schemeClr val="tx2"/>
                </a:solidFill>
                <a:latin typeface="Microsoft Sans Serif" panose="020B0604020202020204" pitchFamily="34" charset="0"/>
                <a:cs typeface="Microsoft Sans Serif" panose="020B0604020202020204" pitchFamily="34" charset="0"/>
              </a:defRPr>
            </a:lvl2pPr>
            <a:lvl3pPr>
              <a:defRPr i="0">
                <a:solidFill>
                  <a:schemeClr val="tx2"/>
                </a:solidFill>
                <a:latin typeface="Microsoft Sans Serif" panose="020B0604020202020204" pitchFamily="34" charset="0"/>
                <a:cs typeface="Microsoft Sans Serif" panose="020B0604020202020204" pitchFamily="34" charset="0"/>
              </a:defRPr>
            </a:lvl3pPr>
            <a:lvl4pPr>
              <a:defRPr i="0">
                <a:solidFill>
                  <a:schemeClr val="tx2"/>
                </a:solidFill>
                <a:latin typeface="Microsoft Sans Serif" panose="020B0604020202020204" pitchFamily="34" charset="0"/>
                <a:cs typeface="Microsoft Sans Serif" panose="020B0604020202020204" pitchFamily="34" charset="0"/>
              </a:defRPr>
            </a:lvl4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16" name="Title 3"/>
          <p:cNvSpPr>
            <a:spLocks noGrp="1"/>
          </p:cNvSpPr>
          <p:nvPr>
            <p:ph type="title"/>
          </p:nvPr>
        </p:nvSpPr>
        <p:spPr>
          <a:xfrm>
            <a:off x="601581" y="466346"/>
            <a:ext cx="10828420" cy="507831"/>
          </a:xfrm>
        </p:spPr>
        <p:txBody>
          <a:bodyPr/>
          <a:lstStyle>
            <a:lvl1pPr>
              <a:defRPr sz="3600">
                <a:solidFill>
                  <a:schemeClr val="tx2"/>
                </a:solidFill>
                <a:latin typeface="YaleNew" panose="02000602050000020003" pitchFamily="2" charset="77"/>
                <a:cs typeface="Microsoft Sans Serif" panose="020B0604020202020204" pitchFamily="34" charset="0"/>
              </a:defRPr>
            </a:lvl1pPr>
          </a:lstStyle>
          <a:p>
            <a:r>
              <a:rPr lang="en-US" dirty="0"/>
              <a:t>Click to edit Master title style</a:t>
            </a:r>
          </a:p>
        </p:txBody>
      </p:sp>
      <p:sp>
        <p:nvSpPr>
          <p:cNvPr id="4" name="Slide Number Placeholder 5"/>
          <p:cNvSpPr>
            <a:spLocks noGrp="1"/>
          </p:cNvSpPr>
          <p:nvPr>
            <p:ph type="sldNum" sz="quarter" idx="10"/>
          </p:nvPr>
        </p:nvSpPr>
        <p:spPr/>
        <p:txBody>
          <a:bodyPr/>
          <a:lstStyle>
            <a:lvl1pPr>
              <a:defRPr/>
            </a:lvl1pPr>
          </a:lstStyle>
          <a:p>
            <a:pPr>
              <a:defRPr/>
            </a:pPr>
            <a:fld id="{5A0BCCF5-4884-6E4B-9EA1-561DD01E3524}" type="slidenum">
              <a:rPr lang="en-US"/>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orange SUBTITLE">
    <p:spTree>
      <p:nvGrpSpPr>
        <p:cNvPr id="1" name=""/>
        <p:cNvGrpSpPr/>
        <p:nvPr/>
      </p:nvGrpSpPr>
      <p:grpSpPr>
        <a:xfrm>
          <a:off x="0" y="0"/>
          <a:ext cx="0" cy="0"/>
          <a:chOff x="0" y="0"/>
          <a:chExt cx="0" cy="0"/>
        </a:xfrm>
      </p:grpSpPr>
      <p:sp>
        <p:nvSpPr>
          <p:cNvPr id="16" name="Text Placeholder 9"/>
          <p:cNvSpPr>
            <a:spLocks noGrp="1"/>
          </p:cNvSpPr>
          <p:nvPr>
            <p:ph type="body" sz="quarter" idx="12" hasCustomPrompt="1"/>
          </p:nvPr>
        </p:nvSpPr>
        <p:spPr>
          <a:xfrm>
            <a:off x="620891" y="1143000"/>
            <a:ext cx="10896196" cy="429768"/>
          </a:xfrm>
          <a:prstGeom prst="rect">
            <a:avLst/>
          </a:prstGeom>
        </p:spPr>
        <p:txBody>
          <a:bodyPr lIns="0" tIns="0" rIns="0" bIns="0" anchor="ctr">
            <a:noAutofit/>
          </a:bodyPr>
          <a:lstStyle>
            <a:lvl1pPr marL="0" indent="0">
              <a:lnSpc>
                <a:spcPct val="100000"/>
              </a:lnSpc>
              <a:buNone/>
              <a:defRPr sz="2400" b="1">
                <a:solidFill>
                  <a:schemeClr val="accent1"/>
                </a:solidFill>
                <a:latin typeface="Microsoft Sans Serif" panose="020B0604020202020204" pitchFamily="34" charset="0"/>
                <a:cs typeface="Microsoft Sans Serif" panose="020B0604020202020204" pitchFamily="34" charset="0"/>
              </a:defRPr>
            </a:lvl1pPr>
            <a:lvl2pPr marL="457200" indent="0">
              <a:buNone/>
              <a:defRPr b="1">
                <a:latin typeface="Arial" panose="020B0704020202020204"/>
                <a:cs typeface="Arial" panose="020B0704020202020204"/>
              </a:defRPr>
            </a:lvl2pPr>
            <a:lvl3pPr marL="914400" indent="0">
              <a:buNone/>
              <a:defRPr b="1">
                <a:latin typeface="Arial" panose="020B0704020202020204"/>
                <a:cs typeface="Arial" panose="020B0704020202020204"/>
              </a:defRPr>
            </a:lvl3pPr>
            <a:lvl4pPr marL="1371600" indent="0">
              <a:buNone/>
              <a:defRPr b="1">
                <a:latin typeface="Arial" panose="020B0704020202020204"/>
                <a:cs typeface="Arial" panose="020B0704020202020204"/>
              </a:defRPr>
            </a:lvl4pPr>
            <a:lvl5pPr marL="1828800" indent="0">
              <a:buNone/>
              <a:defRPr b="1">
                <a:latin typeface="Arial" panose="020B0704020202020204"/>
                <a:cs typeface="Arial" panose="020B0704020202020204"/>
              </a:defRPr>
            </a:lvl5pPr>
          </a:lstStyle>
          <a:p>
            <a:pPr lvl="0"/>
            <a:r>
              <a:rPr lang="en-US" dirty="0"/>
              <a:t>SUBTITLE</a:t>
            </a:r>
          </a:p>
        </p:txBody>
      </p:sp>
      <p:sp>
        <p:nvSpPr>
          <p:cNvPr id="3" name="Title 2"/>
          <p:cNvSpPr>
            <a:spLocks noGrp="1"/>
          </p:cNvSpPr>
          <p:nvPr>
            <p:ph type="title" hasCustomPrompt="1"/>
          </p:nvPr>
        </p:nvSpPr>
        <p:spPr/>
        <p:txBody>
          <a:bodyPr/>
          <a:lstStyle>
            <a:lvl1pPr>
              <a:defRPr>
                <a:solidFill>
                  <a:schemeClr val="tx2"/>
                </a:solidFill>
              </a:defRPr>
            </a:lvl1pPr>
          </a:lstStyle>
          <a:p>
            <a:r>
              <a:rPr lang="en-US" dirty="0"/>
              <a:t>Title</a:t>
            </a:r>
          </a:p>
        </p:txBody>
      </p:sp>
      <p:sp>
        <p:nvSpPr>
          <p:cNvPr id="9" name="Slide Number Placeholder 8"/>
          <p:cNvSpPr>
            <a:spLocks noGrp="1"/>
          </p:cNvSpPr>
          <p:nvPr>
            <p:ph type="sldNum" sz="quarter" idx="14"/>
          </p:nvPr>
        </p:nvSpPr>
        <p:spPr/>
        <p:txBody>
          <a:bodyPr/>
          <a:lstStyle/>
          <a:p>
            <a:fld id="{32B763C4-0BDF-40C6-AFB5-EA5752AD9CA1}" type="slidenum">
              <a:rPr lang="en-US" smtClean="0"/>
              <a:t>‹#›</a:t>
            </a:fld>
            <a:endParaRPr lang="en-US" dirty="0"/>
          </a:p>
        </p:txBody>
      </p:sp>
      <p:sp>
        <p:nvSpPr>
          <p:cNvPr id="7" name="Text Placeholder 6"/>
          <p:cNvSpPr>
            <a:spLocks noGrp="1"/>
          </p:cNvSpPr>
          <p:nvPr>
            <p:ph type="body" sz="quarter" idx="15"/>
          </p:nvPr>
        </p:nvSpPr>
        <p:spPr>
          <a:xfrm>
            <a:off x="620184" y="1703387"/>
            <a:ext cx="10896600" cy="4075308"/>
          </a:xfrm>
        </p:spPr>
        <p:txBody>
          <a:bodyPr/>
          <a:lstStyle>
            <a:lvl1pPr marL="0" indent="0">
              <a:buNone/>
              <a:defRPr>
                <a:solidFill>
                  <a:schemeClr val="tx2"/>
                </a:solidFill>
                <a:latin typeface="Microsoft Sans Serif" panose="020B0604020202020204" pitchFamily="34" charset="0"/>
                <a:cs typeface="Microsoft Sans Serif" panose="020B0604020202020204" pitchFamily="34" charset="0"/>
              </a:defRPr>
            </a:lvl1pPr>
          </a:lstStyle>
          <a:p>
            <a:pPr lvl="0"/>
            <a:r>
              <a:rPr lang="en-US" dirty="0"/>
              <a:t>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blue SUBTITLE and Bullets">
    <p:spTree>
      <p:nvGrpSpPr>
        <p:cNvPr id="1" name=""/>
        <p:cNvGrpSpPr/>
        <p:nvPr/>
      </p:nvGrpSpPr>
      <p:grpSpPr>
        <a:xfrm>
          <a:off x="0" y="0"/>
          <a:ext cx="0" cy="0"/>
          <a:chOff x="0" y="0"/>
          <a:chExt cx="0" cy="0"/>
        </a:xfrm>
      </p:grpSpPr>
      <p:sp>
        <p:nvSpPr>
          <p:cNvPr id="16" name="Text Placeholder 9"/>
          <p:cNvSpPr>
            <a:spLocks noGrp="1"/>
          </p:cNvSpPr>
          <p:nvPr>
            <p:ph type="body" sz="quarter" idx="12" hasCustomPrompt="1"/>
          </p:nvPr>
        </p:nvSpPr>
        <p:spPr>
          <a:xfrm>
            <a:off x="620891" y="1143000"/>
            <a:ext cx="10896196" cy="429768"/>
          </a:xfrm>
          <a:prstGeom prst="rect">
            <a:avLst/>
          </a:prstGeom>
        </p:spPr>
        <p:txBody>
          <a:bodyPr lIns="0" tIns="0" rIns="0" bIns="0" anchor="ctr">
            <a:noAutofit/>
          </a:bodyPr>
          <a:lstStyle>
            <a:lvl1pPr marL="0" indent="0">
              <a:lnSpc>
                <a:spcPct val="100000"/>
              </a:lnSpc>
              <a:buNone/>
              <a:defRPr sz="2400" b="1">
                <a:solidFill>
                  <a:schemeClr val="accent1"/>
                </a:solidFill>
                <a:latin typeface="Microsoft Sans Serif" panose="020B0604020202020204" pitchFamily="34" charset="0"/>
                <a:cs typeface="Microsoft Sans Serif" panose="020B0604020202020204" pitchFamily="34" charset="0"/>
              </a:defRPr>
            </a:lvl1pPr>
            <a:lvl2pPr marL="457200" indent="0">
              <a:buNone/>
              <a:defRPr b="1">
                <a:latin typeface="Arial" panose="020B0704020202020204"/>
                <a:cs typeface="Arial" panose="020B0704020202020204"/>
              </a:defRPr>
            </a:lvl2pPr>
            <a:lvl3pPr marL="914400" indent="0">
              <a:buNone/>
              <a:defRPr b="1">
                <a:latin typeface="Arial" panose="020B0704020202020204"/>
                <a:cs typeface="Arial" panose="020B0704020202020204"/>
              </a:defRPr>
            </a:lvl3pPr>
            <a:lvl4pPr marL="1371600" indent="0">
              <a:buNone/>
              <a:defRPr b="1">
                <a:latin typeface="Arial" panose="020B0704020202020204"/>
                <a:cs typeface="Arial" panose="020B0704020202020204"/>
              </a:defRPr>
            </a:lvl4pPr>
            <a:lvl5pPr marL="1828800" indent="0">
              <a:buNone/>
              <a:defRPr b="1">
                <a:latin typeface="Arial" panose="020B0704020202020204"/>
                <a:cs typeface="Arial" panose="020B0704020202020204"/>
              </a:defRPr>
            </a:lvl5pPr>
          </a:lstStyle>
          <a:p>
            <a:pPr lvl="0"/>
            <a:r>
              <a:rPr lang="en-US" dirty="0"/>
              <a:t>SUBTITLE</a:t>
            </a:r>
          </a:p>
        </p:txBody>
      </p:sp>
      <p:sp>
        <p:nvSpPr>
          <p:cNvPr id="3" name="Title 2"/>
          <p:cNvSpPr>
            <a:spLocks noGrp="1"/>
          </p:cNvSpPr>
          <p:nvPr>
            <p:ph type="title" hasCustomPrompt="1"/>
          </p:nvPr>
        </p:nvSpPr>
        <p:spPr/>
        <p:txBody>
          <a:bodyPr/>
          <a:lstStyle>
            <a:lvl1pPr>
              <a:defRPr>
                <a:solidFill>
                  <a:schemeClr val="tx2"/>
                </a:solidFill>
              </a:defRPr>
            </a:lvl1pPr>
          </a:lstStyle>
          <a:p>
            <a:r>
              <a:rPr lang="en-US" dirty="0"/>
              <a:t>Title</a:t>
            </a:r>
          </a:p>
        </p:txBody>
      </p:sp>
      <p:sp>
        <p:nvSpPr>
          <p:cNvPr id="9" name="Slide Number Placeholder 8"/>
          <p:cNvSpPr>
            <a:spLocks noGrp="1"/>
          </p:cNvSpPr>
          <p:nvPr>
            <p:ph type="sldNum" sz="quarter" idx="14"/>
          </p:nvPr>
        </p:nvSpPr>
        <p:spPr/>
        <p:txBody>
          <a:bodyPr/>
          <a:lstStyle/>
          <a:p>
            <a:fld id="{32B763C4-0BDF-40C6-AFB5-EA5752AD9CA1}" type="slidenum">
              <a:rPr lang="en-US" smtClean="0"/>
              <a:t>‹#›</a:t>
            </a:fld>
            <a:endParaRPr lang="en-US" dirty="0"/>
          </a:p>
        </p:txBody>
      </p:sp>
      <p:sp>
        <p:nvSpPr>
          <p:cNvPr id="7" name="Text Placeholder 6"/>
          <p:cNvSpPr>
            <a:spLocks noGrp="1"/>
          </p:cNvSpPr>
          <p:nvPr>
            <p:ph type="body" sz="quarter" idx="15" hasCustomPrompt="1"/>
          </p:nvPr>
        </p:nvSpPr>
        <p:spPr>
          <a:xfrm>
            <a:off x="620184" y="1703387"/>
            <a:ext cx="10896600" cy="4075308"/>
          </a:xfrm>
        </p:spPr>
        <p:txBody>
          <a:bodyPr/>
          <a:lstStyle>
            <a:lvl1pPr marL="342900" indent="-342900">
              <a:buFont typeface="Arial" panose="020B0704020202020204" pitchFamily="34" charset="0"/>
              <a:buChar char="•"/>
              <a:defRPr b="0" i="0">
                <a:solidFill>
                  <a:schemeClr val="tx2"/>
                </a:solidFill>
                <a:latin typeface="Microsoft Sans Serif" panose="020B0604020202020204" pitchFamily="34" charset="0"/>
                <a:cs typeface="Microsoft Sans Serif" panose="020B0604020202020204" pitchFamily="34" charset="0"/>
              </a:defRPr>
            </a:lvl1pPr>
            <a:lvl2pPr marL="628650" indent="-285750">
              <a:buFont typeface="Arial" panose="020B0704020202020204" pitchFamily="34" charset="0"/>
              <a:buChar char="•"/>
              <a:defRPr>
                <a:solidFill>
                  <a:schemeClr val="tx2"/>
                </a:solidFill>
                <a:latin typeface="Microsoft Sans Serif" panose="020B0604020202020204" pitchFamily="34" charset="0"/>
                <a:cs typeface="Microsoft Sans Serif" panose="020B0604020202020204" pitchFamily="34" charset="0"/>
              </a:defRPr>
            </a:lvl2pPr>
            <a:lvl3pPr>
              <a:defRPr>
                <a:solidFill>
                  <a:schemeClr val="tx2"/>
                </a:solidFill>
                <a:latin typeface="Microsoft Sans Serif" panose="020B0604020202020204" pitchFamily="34" charset="0"/>
                <a:cs typeface="Microsoft Sans Serif" panose="020B0604020202020204" pitchFamily="34" charset="0"/>
              </a:defRPr>
            </a:lvl3pPr>
            <a:lvl4pPr>
              <a:defRPr>
                <a:solidFill>
                  <a:schemeClr val="tx2"/>
                </a:solidFill>
                <a:latin typeface="Microsoft Sans Serif" panose="020B0604020202020204" pitchFamily="34" charset="0"/>
                <a:cs typeface="Microsoft Sans Serif" panose="020B0604020202020204" pitchFamily="34" charset="0"/>
              </a:defRPr>
            </a:lvl4pPr>
            <a:lvl5pPr>
              <a:defRPr/>
            </a:lvl5pPr>
          </a:lstStyle>
          <a:p>
            <a:pPr lvl="0"/>
            <a:r>
              <a:rPr lang="en-US" altLang="en-US" dirty="0"/>
              <a:t>Bullet</a:t>
            </a:r>
          </a:p>
          <a:p>
            <a:pPr lvl="1"/>
            <a:r>
              <a:rPr lang="en-US" altLang="en-US" dirty="0"/>
              <a:t>Sub-bullet</a:t>
            </a:r>
          </a:p>
          <a:p>
            <a:pPr lvl="2"/>
            <a:r>
              <a:rPr lang="en-US" altLang="en-US" dirty="0"/>
              <a:t>Sub-bullet</a:t>
            </a:r>
          </a:p>
          <a:p>
            <a:pPr lvl="3"/>
            <a:r>
              <a:rPr lang="en-US" altLang="en-US" dirty="0"/>
              <a:t>Sub-bullet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blue SUBTITLE and Photo ">
    <p:spTree>
      <p:nvGrpSpPr>
        <p:cNvPr id="1" name=""/>
        <p:cNvGrpSpPr/>
        <p:nvPr/>
      </p:nvGrpSpPr>
      <p:grpSpPr>
        <a:xfrm>
          <a:off x="0" y="0"/>
          <a:ext cx="0" cy="0"/>
          <a:chOff x="0" y="0"/>
          <a:chExt cx="0" cy="0"/>
        </a:xfrm>
      </p:grpSpPr>
      <p:sp>
        <p:nvSpPr>
          <p:cNvPr id="16" name="Text Placeholder 9"/>
          <p:cNvSpPr>
            <a:spLocks noGrp="1"/>
          </p:cNvSpPr>
          <p:nvPr>
            <p:ph type="body" sz="quarter" idx="12" hasCustomPrompt="1"/>
          </p:nvPr>
        </p:nvSpPr>
        <p:spPr>
          <a:xfrm>
            <a:off x="620891" y="1143000"/>
            <a:ext cx="5475613" cy="429768"/>
          </a:xfrm>
          <a:prstGeom prst="rect">
            <a:avLst/>
          </a:prstGeom>
        </p:spPr>
        <p:txBody>
          <a:bodyPr lIns="0" tIns="0" rIns="0" bIns="0" anchor="ctr">
            <a:noAutofit/>
          </a:bodyPr>
          <a:lstStyle>
            <a:lvl1pPr marL="0" indent="0">
              <a:lnSpc>
                <a:spcPct val="100000"/>
              </a:lnSpc>
              <a:buNone/>
              <a:defRPr sz="2400" b="1">
                <a:solidFill>
                  <a:schemeClr val="accent1"/>
                </a:solidFill>
                <a:latin typeface="Microsoft Sans Serif" panose="020B0604020202020204" pitchFamily="34" charset="0"/>
                <a:cs typeface="Microsoft Sans Serif" panose="020B0604020202020204" pitchFamily="34" charset="0"/>
              </a:defRPr>
            </a:lvl1pPr>
            <a:lvl2pPr marL="457200" indent="0">
              <a:buNone/>
              <a:defRPr b="1">
                <a:latin typeface="Arial" panose="020B0704020202020204"/>
                <a:cs typeface="Arial" panose="020B0704020202020204"/>
              </a:defRPr>
            </a:lvl2pPr>
            <a:lvl3pPr marL="914400" indent="0">
              <a:buNone/>
              <a:defRPr b="1">
                <a:latin typeface="Arial" panose="020B0704020202020204"/>
                <a:cs typeface="Arial" panose="020B0704020202020204"/>
              </a:defRPr>
            </a:lvl3pPr>
            <a:lvl4pPr marL="1371600" indent="0">
              <a:buNone/>
              <a:defRPr b="1">
                <a:latin typeface="Arial" panose="020B0704020202020204"/>
                <a:cs typeface="Arial" panose="020B0704020202020204"/>
              </a:defRPr>
            </a:lvl4pPr>
            <a:lvl5pPr marL="1828800" indent="0">
              <a:buNone/>
              <a:defRPr b="1">
                <a:latin typeface="Arial" panose="020B0704020202020204"/>
                <a:cs typeface="Arial" panose="020B0704020202020204"/>
              </a:defRPr>
            </a:lvl5pPr>
          </a:lstStyle>
          <a:p>
            <a:pPr lvl="0"/>
            <a:r>
              <a:rPr lang="en-US" dirty="0"/>
              <a:t>SUBTITLE</a:t>
            </a:r>
          </a:p>
        </p:txBody>
      </p:sp>
      <p:sp>
        <p:nvSpPr>
          <p:cNvPr id="3" name="Title 2"/>
          <p:cNvSpPr>
            <a:spLocks noGrp="1"/>
          </p:cNvSpPr>
          <p:nvPr>
            <p:ph type="title" hasCustomPrompt="1"/>
          </p:nvPr>
        </p:nvSpPr>
        <p:spPr>
          <a:xfrm>
            <a:off x="620184" y="466725"/>
            <a:ext cx="5475816" cy="508000"/>
          </a:xfrm>
        </p:spPr>
        <p:txBody>
          <a:bodyPr/>
          <a:lstStyle>
            <a:lvl1pPr>
              <a:defRPr>
                <a:solidFill>
                  <a:schemeClr val="tx2"/>
                </a:solidFill>
              </a:defRPr>
            </a:lvl1pPr>
          </a:lstStyle>
          <a:p>
            <a:r>
              <a:rPr lang="en-US" dirty="0"/>
              <a:t>Title</a:t>
            </a:r>
          </a:p>
        </p:txBody>
      </p:sp>
      <p:sp>
        <p:nvSpPr>
          <p:cNvPr id="9" name="Slide Number Placeholder 8"/>
          <p:cNvSpPr>
            <a:spLocks noGrp="1"/>
          </p:cNvSpPr>
          <p:nvPr>
            <p:ph type="sldNum" sz="quarter" idx="14"/>
          </p:nvPr>
        </p:nvSpPr>
        <p:spPr/>
        <p:txBody>
          <a:bodyPr/>
          <a:lstStyle/>
          <a:p>
            <a:fld id="{32B763C4-0BDF-40C6-AFB5-EA5752AD9CA1}" type="slidenum">
              <a:rPr lang="en-US" smtClean="0"/>
              <a:t>‹#›</a:t>
            </a:fld>
            <a:endParaRPr lang="en-US" dirty="0"/>
          </a:p>
        </p:txBody>
      </p:sp>
      <p:sp>
        <p:nvSpPr>
          <p:cNvPr id="7" name="Text Placeholder 6"/>
          <p:cNvSpPr>
            <a:spLocks noGrp="1"/>
          </p:cNvSpPr>
          <p:nvPr>
            <p:ph type="body" sz="quarter" idx="15"/>
          </p:nvPr>
        </p:nvSpPr>
        <p:spPr>
          <a:xfrm>
            <a:off x="620184" y="1703387"/>
            <a:ext cx="5475816" cy="3974742"/>
          </a:xfrm>
        </p:spPr>
        <p:txBody>
          <a:bodyPr/>
          <a:lstStyle>
            <a:lvl1pPr marL="0" indent="0">
              <a:buFontTx/>
              <a:buNone/>
              <a:defRPr>
                <a:solidFill>
                  <a:schemeClr val="tx2"/>
                </a:solidFill>
                <a:latin typeface="Microsoft Sans Serif" panose="020B0604020202020204" pitchFamily="34" charset="0"/>
                <a:cs typeface="Microsoft Sans Serif" panose="020B0604020202020204" pitchFamily="34" charset="0"/>
              </a:defRPr>
            </a:lvl1pPr>
            <a:lvl2pPr marL="342900" indent="0">
              <a:buFontTx/>
              <a:buNone/>
              <a:defRPr/>
            </a:lvl2pPr>
            <a:lvl3pPr marL="685800" indent="0">
              <a:buFontTx/>
              <a:buNone/>
              <a:defRPr/>
            </a:lvl3pPr>
            <a:lvl4pPr marL="1028700" indent="0">
              <a:buFontTx/>
              <a:buNone/>
              <a:defRPr/>
            </a:lvl4pPr>
            <a:lvl5pPr>
              <a:defRPr/>
            </a:lvl5pPr>
          </a:lstStyle>
          <a:p>
            <a:pPr lvl="0"/>
            <a:r>
              <a:rPr lang="en-US" altLang="en-US" dirty="0"/>
              <a:t>Edit Master text styles</a:t>
            </a:r>
          </a:p>
        </p:txBody>
      </p:sp>
      <p:sp>
        <p:nvSpPr>
          <p:cNvPr id="4" name="Picture Placeholder 3"/>
          <p:cNvSpPr>
            <a:spLocks noGrp="1"/>
          </p:cNvSpPr>
          <p:nvPr>
            <p:ph type="pic" sz="quarter" idx="16"/>
          </p:nvPr>
        </p:nvSpPr>
        <p:spPr>
          <a:xfrm>
            <a:off x="6096000" y="0"/>
            <a:ext cx="6096000" cy="6858000"/>
          </a:xfrm>
        </p:spPr>
        <p:txBody>
          <a:bodyPr/>
          <a:lstStyle/>
          <a:p>
            <a:r>
              <a:rPr lang="en-US"/>
              <a:t>Click icon to add picture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ontent- with grey block">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20184" y="466725"/>
            <a:ext cx="5475816" cy="508000"/>
          </a:xfrm>
        </p:spPr>
        <p:txBody>
          <a:bodyPr/>
          <a:lstStyle>
            <a:lvl1pPr>
              <a:defRPr>
                <a:solidFill>
                  <a:schemeClr val="tx2"/>
                </a:solidFill>
              </a:defRPr>
            </a:lvl1pPr>
          </a:lstStyle>
          <a:p>
            <a:r>
              <a:rPr lang="en-US" dirty="0"/>
              <a:t>Title</a:t>
            </a:r>
          </a:p>
        </p:txBody>
      </p:sp>
      <p:sp>
        <p:nvSpPr>
          <p:cNvPr id="9" name="Slide Number Placeholder 8"/>
          <p:cNvSpPr>
            <a:spLocks noGrp="1"/>
          </p:cNvSpPr>
          <p:nvPr>
            <p:ph type="sldNum" sz="quarter" idx="14"/>
          </p:nvPr>
        </p:nvSpPr>
        <p:spPr/>
        <p:txBody>
          <a:bodyPr/>
          <a:lstStyle/>
          <a:p>
            <a:fld id="{32B763C4-0BDF-40C6-AFB5-EA5752AD9CA1}" type="slidenum">
              <a:rPr lang="en-US" smtClean="0"/>
              <a:t>‹#›</a:t>
            </a:fld>
            <a:endParaRPr lang="en-US" dirty="0"/>
          </a:p>
        </p:txBody>
      </p:sp>
      <p:sp>
        <p:nvSpPr>
          <p:cNvPr id="7" name="Text Placeholder 6"/>
          <p:cNvSpPr>
            <a:spLocks noGrp="1"/>
          </p:cNvSpPr>
          <p:nvPr>
            <p:ph type="body" sz="quarter" idx="15"/>
          </p:nvPr>
        </p:nvSpPr>
        <p:spPr>
          <a:xfrm>
            <a:off x="620184" y="1219200"/>
            <a:ext cx="5475816" cy="4953000"/>
          </a:xfrm>
        </p:spPr>
        <p:txBody>
          <a:bodyPr/>
          <a:lstStyle>
            <a:lvl1pPr marL="0" indent="0">
              <a:buFontTx/>
              <a:buNone/>
              <a:defRPr>
                <a:solidFill>
                  <a:schemeClr val="tx2"/>
                </a:solidFill>
                <a:latin typeface="Microsoft Sans Serif" panose="020B0604020202020204" pitchFamily="34" charset="0"/>
                <a:cs typeface="Microsoft Sans Serif" panose="020B0604020202020204" pitchFamily="34" charset="0"/>
              </a:defRPr>
            </a:lvl1pPr>
            <a:lvl2pPr marL="342900" indent="0">
              <a:buFontTx/>
              <a:buNone/>
              <a:defRPr/>
            </a:lvl2pPr>
            <a:lvl3pPr marL="685800" indent="0">
              <a:buFontTx/>
              <a:buNone/>
              <a:defRPr/>
            </a:lvl3pPr>
            <a:lvl4pPr marL="1028700" indent="0">
              <a:buFontTx/>
              <a:buNone/>
              <a:defRPr/>
            </a:lvl4pPr>
            <a:lvl5pPr>
              <a:defRPr/>
            </a:lvl5pPr>
          </a:lstStyle>
          <a:p>
            <a:pPr lvl="0"/>
            <a:r>
              <a:rPr lang="en-US" altLang="en-US" dirty="0"/>
              <a:t>Edit Master text styles</a:t>
            </a:r>
          </a:p>
        </p:txBody>
      </p:sp>
      <p:sp>
        <p:nvSpPr>
          <p:cNvPr id="2" name="Rectangle 1"/>
          <p:cNvSpPr/>
          <p:nvPr userDrawn="1"/>
        </p:nvSpPr>
        <p:spPr>
          <a:xfrm>
            <a:off x="6172200" y="0"/>
            <a:ext cx="6096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Proxima Nova Regul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ontent- with blue block">
    <p:spTree>
      <p:nvGrpSpPr>
        <p:cNvPr id="1" name=""/>
        <p:cNvGrpSpPr/>
        <p:nvPr/>
      </p:nvGrpSpPr>
      <p:grpSpPr>
        <a:xfrm>
          <a:off x="0" y="0"/>
          <a:ext cx="0" cy="0"/>
          <a:chOff x="0" y="0"/>
          <a:chExt cx="0" cy="0"/>
        </a:xfrm>
      </p:grpSpPr>
      <p:sp>
        <p:nvSpPr>
          <p:cNvPr id="16" name="Text Placeholder 9"/>
          <p:cNvSpPr>
            <a:spLocks noGrp="1"/>
          </p:cNvSpPr>
          <p:nvPr>
            <p:ph type="body" sz="quarter" idx="12" hasCustomPrompt="1"/>
          </p:nvPr>
        </p:nvSpPr>
        <p:spPr>
          <a:xfrm>
            <a:off x="620891" y="1143000"/>
            <a:ext cx="5475613" cy="429768"/>
          </a:xfrm>
          <a:prstGeom prst="rect">
            <a:avLst/>
          </a:prstGeom>
        </p:spPr>
        <p:txBody>
          <a:bodyPr lIns="0" tIns="0" rIns="0" bIns="0" anchor="ctr">
            <a:noAutofit/>
          </a:bodyPr>
          <a:lstStyle>
            <a:lvl1pPr marL="0" indent="0">
              <a:lnSpc>
                <a:spcPct val="100000"/>
              </a:lnSpc>
              <a:buNone/>
              <a:defRPr sz="2400" b="1">
                <a:solidFill>
                  <a:schemeClr val="accent1"/>
                </a:solidFill>
                <a:latin typeface="Microsoft Sans Serif" panose="020B0604020202020204" pitchFamily="34" charset="0"/>
                <a:cs typeface="Microsoft Sans Serif" panose="020B0604020202020204" pitchFamily="34" charset="0"/>
              </a:defRPr>
            </a:lvl1pPr>
            <a:lvl2pPr marL="457200" indent="0">
              <a:buNone/>
              <a:defRPr b="1">
                <a:latin typeface="Arial" panose="020B0704020202020204"/>
                <a:cs typeface="Arial" panose="020B0704020202020204"/>
              </a:defRPr>
            </a:lvl2pPr>
            <a:lvl3pPr marL="914400" indent="0">
              <a:buNone/>
              <a:defRPr b="1">
                <a:latin typeface="Arial" panose="020B0704020202020204"/>
                <a:cs typeface="Arial" panose="020B0704020202020204"/>
              </a:defRPr>
            </a:lvl3pPr>
            <a:lvl4pPr marL="1371600" indent="0">
              <a:buNone/>
              <a:defRPr b="1">
                <a:latin typeface="Arial" panose="020B0704020202020204"/>
                <a:cs typeface="Arial" panose="020B0704020202020204"/>
              </a:defRPr>
            </a:lvl4pPr>
            <a:lvl5pPr marL="1828800" indent="0">
              <a:buNone/>
              <a:defRPr b="1">
                <a:latin typeface="Arial" panose="020B0704020202020204"/>
                <a:cs typeface="Arial" panose="020B0704020202020204"/>
              </a:defRPr>
            </a:lvl5pPr>
          </a:lstStyle>
          <a:p>
            <a:pPr lvl="0"/>
            <a:r>
              <a:rPr lang="en-US" dirty="0"/>
              <a:t>SUBTITLE</a:t>
            </a:r>
          </a:p>
        </p:txBody>
      </p:sp>
      <p:sp>
        <p:nvSpPr>
          <p:cNvPr id="3" name="Title 2"/>
          <p:cNvSpPr>
            <a:spLocks noGrp="1"/>
          </p:cNvSpPr>
          <p:nvPr>
            <p:ph type="title" hasCustomPrompt="1"/>
          </p:nvPr>
        </p:nvSpPr>
        <p:spPr>
          <a:xfrm>
            <a:off x="620184" y="466725"/>
            <a:ext cx="5475816" cy="508000"/>
          </a:xfrm>
        </p:spPr>
        <p:txBody>
          <a:bodyPr/>
          <a:lstStyle>
            <a:lvl1pPr>
              <a:defRPr>
                <a:solidFill>
                  <a:schemeClr val="tx2"/>
                </a:solidFill>
              </a:defRPr>
            </a:lvl1pPr>
          </a:lstStyle>
          <a:p>
            <a:r>
              <a:rPr lang="en-US" dirty="0"/>
              <a:t>Title</a:t>
            </a:r>
          </a:p>
        </p:txBody>
      </p:sp>
      <p:sp>
        <p:nvSpPr>
          <p:cNvPr id="9" name="Slide Number Placeholder 8"/>
          <p:cNvSpPr>
            <a:spLocks noGrp="1"/>
          </p:cNvSpPr>
          <p:nvPr>
            <p:ph type="sldNum" sz="quarter" idx="14"/>
          </p:nvPr>
        </p:nvSpPr>
        <p:spPr/>
        <p:txBody>
          <a:bodyPr/>
          <a:lstStyle/>
          <a:p>
            <a:fld id="{32B763C4-0BDF-40C6-AFB5-EA5752AD9CA1}" type="slidenum">
              <a:rPr lang="en-US" smtClean="0"/>
              <a:t>‹#›</a:t>
            </a:fld>
            <a:endParaRPr lang="en-US" dirty="0"/>
          </a:p>
        </p:txBody>
      </p:sp>
      <p:sp>
        <p:nvSpPr>
          <p:cNvPr id="7" name="Text Placeholder 6"/>
          <p:cNvSpPr>
            <a:spLocks noGrp="1"/>
          </p:cNvSpPr>
          <p:nvPr>
            <p:ph type="body" sz="quarter" idx="15"/>
          </p:nvPr>
        </p:nvSpPr>
        <p:spPr>
          <a:xfrm>
            <a:off x="620184" y="1703387"/>
            <a:ext cx="5475816" cy="3974742"/>
          </a:xfrm>
        </p:spPr>
        <p:txBody>
          <a:bodyPr/>
          <a:lstStyle>
            <a:lvl1pPr marL="0" indent="0">
              <a:buFontTx/>
              <a:buNone/>
              <a:defRPr>
                <a:solidFill>
                  <a:schemeClr val="tx2"/>
                </a:solidFill>
                <a:latin typeface="Microsoft Sans Serif" panose="020B0604020202020204" pitchFamily="34" charset="0"/>
                <a:cs typeface="Microsoft Sans Serif" panose="020B0604020202020204" pitchFamily="34" charset="0"/>
              </a:defRPr>
            </a:lvl1pPr>
            <a:lvl2pPr marL="342900" indent="0">
              <a:buFontTx/>
              <a:buNone/>
              <a:defRPr/>
            </a:lvl2pPr>
            <a:lvl3pPr marL="685800" indent="0">
              <a:buFontTx/>
              <a:buNone/>
              <a:defRPr/>
            </a:lvl3pPr>
            <a:lvl4pPr marL="1028700" indent="0">
              <a:buFontTx/>
              <a:buNone/>
              <a:defRPr/>
            </a:lvl4pPr>
            <a:lvl5pPr>
              <a:defRPr/>
            </a:lvl5pPr>
          </a:lstStyle>
          <a:p>
            <a:pPr lvl="0"/>
            <a:r>
              <a:rPr lang="en-US" altLang="en-US" dirty="0"/>
              <a:t>Edit Master text styles</a:t>
            </a:r>
          </a:p>
        </p:txBody>
      </p:sp>
      <p:sp>
        <p:nvSpPr>
          <p:cNvPr id="2" name="Rectangle 1"/>
          <p:cNvSpPr/>
          <p:nvPr userDrawn="1"/>
        </p:nvSpPr>
        <p:spPr>
          <a:xfrm>
            <a:off x="617220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Proxima Nova Regul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ontent- blue subtitle grey block">
    <p:spTree>
      <p:nvGrpSpPr>
        <p:cNvPr id="1" name=""/>
        <p:cNvGrpSpPr/>
        <p:nvPr/>
      </p:nvGrpSpPr>
      <p:grpSpPr>
        <a:xfrm>
          <a:off x="0" y="0"/>
          <a:ext cx="0" cy="0"/>
          <a:chOff x="0" y="0"/>
          <a:chExt cx="0" cy="0"/>
        </a:xfrm>
      </p:grpSpPr>
      <p:sp>
        <p:nvSpPr>
          <p:cNvPr id="16" name="Text Placeholder 9"/>
          <p:cNvSpPr>
            <a:spLocks noGrp="1"/>
          </p:cNvSpPr>
          <p:nvPr>
            <p:ph type="body" sz="quarter" idx="12" hasCustomPrompt="1"/>
          </p:nvPr>
        </p:nvSpPr>
        <p:spPr>
          <a:xfrm>
            <a:off x="620891" y="1143000"/>
            <a:ext cx="5475613" cy="429768"/>
          </a:xfrm>
          <a:prstGeom prst="rect">
            <a:avLst/>
          </a:prstGeom>
        </p:spPr>
        <p:txBody>
          <a:bodyPr lIns="0" tIns="0" rIns="0" bIns="0" anchor="ctr">
            <a:noAutofit/>
          </a:bodyPr>
          <a:lstStyle>
            <a:lvl1pPr marL="0" indent="0">
              <a:lnSpc>
                <a:spcPct val="100000"/>
              </a:lnSpc>
              <a:buNone/>
              <a:defRPr sz="2400" b="1">
                <a:solidFill>
                  <a:schemeClr val="accent1"/>
                </a:solidFill>
                <a:latin typeface="Microsoft Sans Serif" panose="020B0604020202020204" pitchFamily="34" charset="0"/>
                <a:cs typeface="Microsoft Sans Serif" panose="020B0604020202020204" pitchFamily="34" charset="0"/>
              </a:defRPr>
            </a:lvl1pPr>
            <a:lvl2pPr marL="457200" indent="0">
              <a:buNone/>
              <a:defRPr b="1">
                <a:latin typeface="Arial" panose="020B0704020202020204"/>
                <a:cs typeface="Arial" panose="020B0704020202020204"/>
              </a:defRPr>
            </a:lvl2pPr>
            <a:lvl3pPr marL="914400" indent="0">
              <a:buNone/>
              <a:defRPr b="1">
                <a:latin typeface="Arial" panose="020B0704020202020204"/>
                <a:cs typeface="Arial" panose="020B0704020202020204"/>
              </a:defRPr>
            </a:lvl3pPr>
            <a:lvl4pPr marL="1371600" indent="0">
              <a:buNone/>
              <a:defRPr b="1">
                <a:latin typeface="Arial" panose="020B0704020202020204"/>
                <a:cs typeface="Arial" panose="020B0704020202020204"/>
              </a:defRPr>
            </a:lvl4pPr>
            <a:lvl5pPr marL="1828800" indent="0">
              <a:buNone/>
              <a:defRPr b="1">
                <a:latin typeface="Arial" panose="020B0704020202020204"/>
                <a:cs typeface="Arial" panose="020B0704020202020204"/>
              </a:defRPr>
            </a:lvl5pPr>
          </a:lstStyle>
          <a:p>
            <a:pPr lvl="0"/>
            <a:r>
              <a:rPr lang="en-US" dirty="0"/>
              <a:t>SUBTITLE</a:t>
            </a:r>
          </a:p>
        </p:txBody>
      </p:sp>
      <p:sp>
        <p:nvSpPr>
          <p:cNvPr id="3" name="Title 2"/>
          <p:cNvSpPr>
            <a:spLocks noGrp="1"/>
          </p:cNvSpPr>
          <p:nvPr>
            <p:ph type="title" hasCustomPrompt="1"/>
          </p:nvPr>
        </p:nvSpPr>
        <p:spPr>
          <a:xfrm>
            <a:off x="620184" y="466725"/>
            <a:ext cx="5475816" cy="508000"/>
          </a:xfrm>
        </p:spPr>
        <p:txBody>
          <a:bodyPr/>
          <a:lstStyle>
            <a:lvl1pPr>
              <a:defRPr>
                <a:solidFill>
                  <a:schemeClr val="tx2"/>
                </a:solidFill>
              </a:defRPr>
            </a:lvl1pPr>
          </a:lstStyle>
          <a:p>
            <a:r>
              <a:rPr lang="en-US" dirty="0"/>
              <a:t>Title</a:t>
            </a:r>
          </a:p>
        </p:txBody>
      </p:sp>
      <p:sp>
        <p:nvSpPr>
          <p:cNvPr id="9" name="Slide Number Placeholder 8"/>
          <p:cNvSpPr>
            <a:spLocks noGrp="1"/>
          </p:cNvSpPr>
          <p:nvPr>
            <p:ph type="sldNum" sz="quarter" idx="14"/>
          </p:nvPr>
        </p:nvSpPr>
        <p:spPr/>
        <p:txBody>
          <a:bodyPr/>
          <a:lstStyle/>
          <a:p>
            <a:fld id="{32B763C4-0BDF-40C6-AFB5-EA5752AD9CA1}" type="slidenum">
              <a:rPr lang="en-US" smtClean="0"/>
              <a:t>‹#›</a:t>
            </a:fld>
            <a:endParaRPr lang="en-US" dirty="0"/>
          </a:p>
        </p:txBody>
      </p:sp>
      <p:sp>
        <p:nvSpPr>
          <p:cNvPr id="7" name="Text Placeholder 6"/>
          <p:cNvSpPr>
            <a:spLocks noGrp="1"/>
          </p:cNvSpPr>
          <p:nvPr>
            <p:ph type="body" sz="quarter" idx="15"/>
          </p:nvPr>
        </p:nvSpPr>
        <p:spPr>
          <a:xfrm>
            <a:off x="620184" y="1703387"/>
            <a:ext cx="5475816" cy="3974742"/>
          </a:xfrm>
        </p:spPr>
        <p:txBody>
          <a:bodyPr/>
          <a:lstStyle>
            <a:lvl1pPr marL="0" indent="0">
              <a:buFontTx/>
              <a:buNone/>
              <a:defRPr>
                <a:solidFill>
                  <a:schemeClr val="tx2"/>
                </a:solidFill>
                <a:latin typeface="Microsoft Sans Serif" panose="020B0604020202020204" pitchFamily="34" charset="0"/>
                <a:cs typeface="Microsoft Sans Serif" panose="020B0604020202020204" pitchFamily="34" charset="0"/>
              </a:defRPr>
            </a:lvl1pPr>
            <a:lvl2pPr marL="342900" indent="0">
              <a:buFontTx/>
              <a:buNone/>
              <a:defRPr/>
            </a:lvl2pPr>
            <a:lvl3pPr marL="685800" indent="0">
              <a:buFontTx/>
              <a:buNone/>
              <a:defRPr/>
            </a:lvl3pPr>
            <a:lvl4pPr marL="1028700" indent="0">
              <a:buFontTx/>
              <a:buNone/>
              <a:defRPr/>
            </a:lvl4pPr>
            <a:lvl5pPr>
              <a:defRPr/>
            </a:lvl5pPr>
          </a:lstStyle>
          <a:p>
            <a:pPr lvl="0"/>
            <a:r>
              <a:rPr lang="en-US" altLang="en-US" dirty="0"/>
              <a:t>Edit Master text styles</a:t>
            </a:r>
          </a:p>
        </p:txBody>
      </p:sp>
      <p:sp>
        <p:nvSpPr>
          <p:cNvPr id="2" name="Rectangle 1"/>
          <p:cNvSpPr/>
          <p:nvPr userDrawn="1"/>
        </p:nvSpPr>
        <p:spPr>
          <a:xfrm>
            <a:off x="6172200" y="0"/>
            <a:ext cx="6096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Proxima Nova Regul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Content- with blue block">
    <p:spTree>
      <p:nvGrpSpPr>
        <p:cNvPr id="1" name=""/>
        <p:cNvGrpSpPr/>
        <p:nvPr/>
      </p:nvGrpSpPr>
      <p:grpSpPr>
        <a:xfrm>
          <a:off x="0" y="0"/>
          <a:ext cx="0" cy="0"/>
          <a:chOff x="0" y="0"/>
          <a:chExt cx="0" cy="0"/>
        </a:xfrm>
      </p:grpSpPr>
      <p:sp>
        <p:nvSpPr>
          <p:cNvPr id="2" name="Rectangle 1"/>
          <p:cNvSpPr/>
          <p:nvPr userDrawn="1"/>
        </p:nvSpPr>
        <p:spPr>
          <a:xfrm>
            <a:off x="6172200" y="0"/>
            <a:ext cx="6096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Proxima Nova Regular"/>
            </a:endParaRPr>
          </a:p>
        </p:txBody>
      </p:sp>
      <p:sp>
        <p:nvSpPr>
          <p:cNvPr id="3" name="Title 2"/>
          <p:cNvSpPr>
            <a:spLocks noGrp="1"/>
          </p:cNvSpPr>
          <p:nvPr>
            <p:ph type="title" hasCustomPrompt="1"/>
          </p:nvPr>
        </p:nvSpPr>
        <p:spPr>
          <a:xfrm>
            <a:off x="620184" y="466725"/>
            <a:ext cx="5475816" cy="508000"/>
          </a:xfrm>
        </p:spPr>
        <p:txBody>
          <a:bodyPr/>
          <a:lstStyle>
            <a:lvl1pPr>
              <a:defRPr>
                <a:solidFill>
                  <a:schemeClr val="tx2"/>
                </a:solidFill>
              </a:defRPr>
            </a:lvl1pPr>
          </a:lstStyle>
          <a:p>
            <a:r>
              <a:rPr lang="en-US" dirty="0"/>
              <a:t>Title</a:t>
            </a:r>
          </a:p>
        </p:txBody>
      </p:sp>
      <p:sp>
        <p:nvSpPr>
          <p:cNvPr id="9" name="Slide Number Placeholder 8"/>
          <p:cNvSpPr>
            <a:spLocks noGrp="1"/>
          </p:cNvSpPr>
          <p:nvPr>
            <p:ph type="sldNum" sz="quarter" idx="14"/>
          </p:nvPr>
        </p:nvSpPr>
        <p:spPr/>
        <p:txBody>
          <a:bodyPr/>
          <a:lstStyle/>
          <a:p>
            <a:fld id="{32B763C4-0BDF-40C6-AFB5-EA5752AD9CA1}" type="slidenum">
              <a:rPr lang="en-US" smtClean="0"/>
              <a:t>‹#›</a:t>
            </a:fld>
            <a:endParaRPr lang="en-US" dirty="0"/>
          </a:p>
        </p:txBody>
      </p:sp>
      <p:sp>
        <p:nvSpPr>
          <p:cNvPr id="7" name="Text Placeholder 6"/>
          <p:cNvSpPr>
            <a:spLocks noGrp="1"/>
          </p:cNvSpPr>
          <p:nvPr>
            <p:ph type="body" sz="quarter" idx="15"/>
          </p:nvPr>
        </p:nvSpPr>
        <p:spPr>
          <a:xfrm>
            <a:off x="6482292" y="974725"/>
            <a:ext cx="5475816" cy="5349874"/>
          </a:xfrm>
        </p:spPr>
        <p:txBody>
          <a:bodyPr/>
          <a:lstStyle>
            <a:lvl1pPr marL="0" indent="0">
              <a:buFontTx/>
              <a:buNone/>
              <a:defRPr>
                <a:solidFill>
                  <a:schemeClr val="tx2"/>
                </a:solidFill>
                <a:latin typeface="Microsoft Sans Serif" panose="020B0604020202020204" pitchFamily="34" charset="0"/>
                <a:cs typeface="Microsoft Sans Serif" panose="020B0604020202020204" pitchFamily="34" charset="0"/>
              </a:defRPr>
            </a:lvl1pPr>
            <a:lvl2pPr marL="342900" indent="0">
              <a:buFontTx/>
              <a:buNone/>
              <a:defRPr/>
            </a:lvl2pPr>
            <a:lvl3pPr marL="685800" indent="0">
              <a:buFontTx/>
              <a:buNone/>
              <a:defRPr/>
            </a:lvl3pPr>
            <a:lvl4pPr marL="1028700" indent="0">
              <a:buFontTx/>
              <a:buNone/>
              <a:defRPr/>
            </a:lvl4pPr>
            <a:lvl5pPr>
              <a:defRPr/>
            </a:lvl5pPr>
          </a:lstStyle>
          <a:p>
            <a:pPr lvl="0"/>
            <a:r>
              <a:rPr lang="en-US" altLang="en-US" dirty="0"/>
              <a:t>Edit Master text styles</a:t>
            </a:r>
          </a:p>
        </p:txBody>
      </p:sp>
      <p:sp>
        <p:nvSpPr>
          <p:cNvPr id="5" name="Chart Placeholder 4"/>
          <p:cNvSpPr>
            <a:spLocks noGrp="1"/>
          </p:cNvSpPr>
          <p:nvPr>
            <p:ph type="chart" sz="quarter" idx="16"/>
          </p:nvPr>
        </p:nvSpPr>
        <p:spPr>
          <a:xfrm>
            <a:off x="620713" y="974725"/>
            <a:ext cx="5475287" cy="5349875"/>
          </a:xfrm>
        </p:spPr>
        <p:txBody>
          <a:bodyPr/>
          <a:lstStyle>
            <a:lvl1pPr>
              <a:defRPr>
                <a:solidFill>
                  <a:schemeClr val="tx2"/>
                </a:solidFill>
              </a:defRPr>
            </a:lvl1pPr>
          </a:lstStyle>
          <a:p>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ontent- grey block w photo holder">
    <p:spTree>
      <p:nvGrpSpPr>
        <p:cNvPr id="1" name=""/>
        <p:cNvGrpSpPr/>
        <p:nvPr/>
      </p:nvGrpSpPr>
      <p:grpSpPr>
        <a:xfrm>
          <a:off x="0" y="0"/>
          <a:ext cx="0" cy="0"/>
          <a:chOff x="0" y="0"/>
          <a:chExt cx="0" cy="0"/>
        </a:xfrm>
      </p:grpSpPr>
      <p:sp>
        <p:nvSpPr>
          <p:cNvPr id="9" name="Slide Number Placeholder 8"/>
          <p:cNvSpPr>
            <a:spLocks noGrp="1"/>
          </p:cNvSpPr>
          <p:nvPr>
            <p:ph type="sldNum" sz="quarter" idx="14"/>
          </p:nvPr>
        </p:nvSpPr>
        <p:spPr/>
        <p:txBody>
          <a:bodyPr/>
          <a:lstStyle/>
          <a:p>
            <a:fld id="{32B763C4-0BDF-40C6-AFB5-EA5752AD9CA1}" type="slidenum">
              <a:rPr lang="en-US" smtClean="0"/>
              <a:t>‹#›</a:t>
            </a:fld>
            <a:endParaRPr lang="en-US" dirty="0"/>
          </a:p>
        </p:txBody>
      </p:sp>
      <p:pic>
        <p:nvPicPr>
          <p:cNvPr id="10" name="Picture 9" descr="A close up of a logo&#10;&#10;Description automatically generated"/>
          <p:cNvPicPr>
            <a:picLocks noChangeAspect="1"/>
          </p:cNvPicPr>
          <p:nvPr userDrawn="1"/>
        </p:nvPicPr>
        <p:blipFill>
          <a:blip r:embed="rId2" cstate="print"/>
          <a:stretch>
            <a:fillRect/>
          </a:stretch>
        </p:blipFill>
        <p:spPr>
          <a:xfrm>
            <a:off x="609601" y="6356350"/>
            <a:ext cx="2553005" cy="182880"/>
          </a:xfrm>
          <a:prstGeom prst="rect">
            <a:avLst/>
          </a:prstGeom>
        </p:spPr>
      </p:pic>
      <p:sp>
        <p:nvSpPr>
          <p:cNvPr id="2" name="Rectangle 1"/>
          <p:cNvSpPr/>
          <p:nvPr userDrawn="1"/>
        </p:nvSpPr>
        <p:spPr>
          <a:xfrm>
            <a:off x="-101324" y="14177"/>
            <a:ext cx="6223905"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Proxima Nova Regular"/>
            </a:endParaRPr>
          </a:p>
        </p:txBody>
      </p:sp>
      <p:sp>
        <p:nvSpPr>
          <p:cNvPr id="7" name="Text Placeholder 6"/>
          <p:cNvSpPr>
            <a:spLocks noGrp="1"/>
          </p:cNvSpPr>
          <p:nvPr>
            <p:ph type="body" sz="quarter" idx="15"/>
          </p:nvPr>
        </p:nvSpPr>
        <p:spPr>
          <a:xfrm>
            <a:off x="620184" y="1066800"/>
            <a:ext cx="4942416" cy="4876800"/>
          </a:xfrm>
        </p:spPr>
        <p:txBody>
          <a:bodyPr/>
          <a:lstStyle>
            <a:lvl1pPr marL="0" indent="0">
              <a:buFontTx/>
              <a:buNone/>
              <a:defRPr>
                <a:solidFill>
                  <a:schemeClr val="tx2"/>
                </a:solidFill>
                <a:latin typeface="Microsoft Sans Serif" panose="020B0604020202020204" pitchFamily="34" charset="0"/>
                <a:cs typeface="Microsoft Sans Serif" panose="020B0604020202020204" pitchFamily="34" charset="0"/>
              </a:defRPr>
            </a:lvl1pPr>
            <a:lvl2pPr marL="342900" indent="0">
              <a:buFontTx/>
              <a:buNone/>
              <a:defRPr/>
            </a:lvl2pPr>
            <a:lvl3pPr marL="685800" indent="0">
              <a:buFontTx/>
              <a:buNone/>
              <a:defRPr/>
            </a:lvl3pPr>
            <a:lvl4pPr marL="1028700" indent="0">
              <a:buFontTx/>
              <a:buNone/>
              <a:defRPr/>
            </a:lvl4pPr>
            <a:lvl5pPr>
              <a:defRPr/>
            </a:lvl5pPr>
          </a:lstStyle>
          <a:p>
            <a:pPr lvl="0"/>
            <a:r>
              <a:rPr lang="en-US" altLang="en-US" dirty="0"/>
              <a:t>Edit Master text styles</a:t>
            </a:r>
          </a:p>
        </p:txBody>
      </p:sp>
      <p:sp>
        <p:nvSpPr>
          <p:cNvPr id="5" name="Picture Placeholder 4"/>
          <p:cNvSpPr>
            <a:spLocks noGrp="1"/>
          </p:cNvSpPr>
          <p:nvPr>
            <p:ph type="pic" sz="quarter" idx="16"/>
          </p:nvPr>
        </p:nvSpPr>
        <p:spPr>
          <a:xfrm>
            <a:off x="6130895" y="0"/>
            <a:ext cx="6061105" cy="6858000"/>
          </a:xfrm>
        </p:spPr>
        <p:txBody>
          <a:bodyPr/>
          <a:lstStyle/>
          <a:p>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ue with photo">
    <p:bg>
      <p:bgPr>
        <a:solidFill>
          <a:schemeClr val="tx2"/>
        </a:solidFill>
        <a:effectLst/>
      </p:bgPr>
    </p:bg>
    <p:spTree>
      <p:nvGrpSpPr>
        <p:cNvPr id="1" name=""/>
        <p:cNvGrpSpPr/>
        <p:nvPr/>
      </p:nvGrpSpPr>
      <p:grpSpPr>
        <a:xfrm>
          <a:off x="0" y="0"/>
          <a:ext cx="0" cy="0"/>
          <a:chOff x="0" y="0"/>
          <a:chExt cx="0" cy="0"/>
        </a:xfrm>
      </p:grpSpPr>
      <p:sp>
        <p:nvSpPr>
          <p:cNvPr id="16" name="Title 3"/>
          <p:cNvSpPr>
            <a:spLocks noGrp="1"/>
          </p:cNvSpPr>
          <p:nvPr>
            <p:ph type="title"/>
          </p:nvPr>
        </p:nvSpPr>
        <p:spPr>
          <a:xfrm>
            <a:off x="601581" y="466346"/>
            <a:ext cx="5646819" cy="507831"/>
          </a:xfrm>
        </p:spPr>
        <p:txBody>
          <a:bodyPr/>
          <a:lstStyle>
            <a:lvl1pPr>
              <a:defRPr>
                <a:solidFill>
                  <a:schemeClr val="bg1"/>
                </a:solidFill>
              </a:defRPr>
            </a:lvl1pPr>
          </a:lstStyle>
          <a:p>
            <a:r>
              <a:rPr lang="en-US" dirty="0"/>
              <a:t>Click to edit Master title style</a:t>
            </a:r>
          </a:p>
        </p:txBody>
      </p:sp>
      <p:sp>
        <p:nvSpPr>
          <p:cNvPr id="4" name="Slide Number Placeholder 5"/>
          <p:cNvSpPr>
            <a:spLocks noGrp="1"/>
          </p:cNvSpPr>
          <p:nvPr>
            <p:ph type="sldNum" sz="quarter" idx="10"/>
          </p:nvPr>
        </p:nvSpPr>
        <p:spPr/>
        <p:txBody>
          <a:bodyPr/>
          <a:lstStyle>
            <a:lvl1pPr>
              <a:defRPr>
                <a:solidFill>
                  <a:schemeClr val="bg1"/>
                </a:solidFill>
              </a:defRPr>
            </a:lvl1pPr>
          </a:lstStyle>
          <a:p>
            <a:pPr>
              <a:defRPr/>
            </a:pPr>
            <a:fld id="{A48725E7-0BCD-FA4A-B64F-9E36BFFE79F3}" type="slidenum">
              <a:rPr lang="en-US" smtClean="0"/>
              <a:t>‹#›</a:t>
            </a:fld>
            <a:endParaRPr lang="en-US" dirty="0"/>
          </a:p>
        </p:txBody>
      </p:sp>
      <p:sp>
        <p:nvSpPr>
          <p:cNvPr id="3" name="Picture Placeholder 2"/>
          <p:cNvSpPr>
            <a:spLocks noGrp="1"/>
          </p:cNvSpPr>
          <p:nvPr>
            <p:ph type="pic" sz="quarter" idx="11"/>
          </p:nvPr>
        </p:nvSpPr>
        <p:spPr>
          <a:xfrm>
            <a:off x="6400800" y="0"/>
            <a:ext cx="5791200" cy="6858000"/>
          </a:xfrm>
        </p:spPr>
        <p:txBody>
          <a:bodyPr/>
          <a:lstStyle/>
          <a:p>
            <a:endParaRPr lang="en-US"/>
          </a:p>
        </p:txBody>
      </p:sp>
      <p:sp>
        <p:nvSpPr>
          <p:cNvPr id="7" name="Text Placeholder 6"/>
          <p:cNvSpPr>
            <a:spLocks noGrp="1"/>
          </p:cNvSpPr>
          <p:nvPr>
            <p:ph type="body" sz="quarter" idx="15"/>
          </p:nvPr>
        </p:nvSpPr>
        <p:spPr>
          <a:xfrm>
            <a:off x="620184" y="1703387"/>
            <a:ext cx="5475816" cy="3974742"/>
          </a:xfrm>
        </p:spPr>
        <p:txBody>
          <a:bodyPr/>
          <a:lstStyle>
            <a:lvl1pPr marL="0" indent="0">
              <a:buFontTx/>
              <a:buNone/>
              <a:defRPr sz="2400">
                <a:solidFill>
                  <a:schemeClr val="bg1"/>
                </a:solidFill>
                <a:latin typeface="Microsoft Sans Serif" panose="020B0604020202020204" pitchFamily="34" charset="0"/>
                <a:cs typeface="Microsoft Sans Serif" panose="020B0604020202020204" pitchFamily="34" charset="0"/>
              </a:defRPr>
            </a:lvl1pPr>
            <a:lvl2pPr marL="342900" indent="0">
              <a:buFontTx/>
              <a:buNone/>
              <a:defRPr/>
            </a:lvl2pPr>
            <a:lvl3pPr marL="685800" indent="0">
              <a:buFontTx/>
              <a:buNone/>
              <a:defRPr/>
            </a:lvl3pPr>
            <a:lvl4pPr marL="1028700" indent="0">
              <a:buFontTx/>
              <a:buNone/>
              <a:defRPr/>
            </a:lvl4pPr>
            <a:lvl5pPr>
              <a:defRPr/>
            </a:lvl5pPr>
          </a:lstStyle>
          <a:p>
            <a:pPr lvl="0"/>
            <a:r>
              <a:rPr lang="en-US" altLang="en-US" dirty="0"/>
              <a:t>Edit Master text styles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eadshot - with blue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6E185F3A-9EB0-004F-8466-36A321E6E181}" type="slidenum">
              <a:rPr lang="en-US" smtClean="0"/>
              <a:t>‹#›</a:t>
            </a:fld>
            <a:endParaRPr lang="en-US" dirty="0"/>
          </a:p>
        </p:txBody>
      </p:sp>
      <p:sp>
        <p:nvSpPr>
          <p:cNvPr id="5" name="Text Placeholder 2"/>
          <p:cNvSpPr>
            <a:spLocks noGrp="1"/>
          </p:cNvSpPr>
          <p:nvPr>
            <p:ph type="body" sz="half" idx="2"/>
          </p:nvPr>
        </p:nvSpPr>
        <p:spPr>
          <a:xfrm>
            <a:off x="4470401" y="1143001"/>
            <a:ext cx="7046383" cy="415721"/>
          </a:xfrm>
        </p:spPr>
        <p:txBody>
          <a:bodyPr anchor="ctr"/>
          <a:lstStyle>
            <a:lvl1pPr>
              <a:defRPr sz="2400" b="1">
                <a:solidFill>
                  <a:schemeClr val="accent1"/>
                </a:solidFill>
                <a:latin typeface="Microsoft Sans Serif" panose="020B0604020202020204" pitchFamily="34" charset="0"/>
                <a:cs typeface="Microsoft Sans Serif" panose="020B0604020202020204" pitchFamily="34" charset="0"/>
              </a:defRPr>
            </a:lvl1pPr>
          </a:lstStyle>
          <a:p>
            <a:pPr lvl="0"/>
            <a:r>
              <a:rPr lang="en-US" dirty="0"/>
              <a:t>Edit Master text styles</a:t>
            </a:r>
          </a:p>
        </p:txBody>
      </p:sp>
      <p:sp>
        <p:nvSpPr>
          <p:cNvPr id="6" name="Text Placeholder 3"/>
          <p:cNvSpPr>
            <a:spLocks noGrp="1"/>
          </p:cNvSpPr>
          <p:nvPr>
            <p:ph type="body" sz="half" idx="13"/>
          </p:nvPr>
        </p:nvSpPr>
        <p:spPr>
          <a:xfrm>
            <a:off x="4470398" y="1754705"/>
            <a:ext cx="7046385" cy="4341295"/>
          </a:xfrm>
        </p:spPr>
        <p:txBody>
          <a:bodyPr/>
          <a:lstStyle>
            <a:lvl1pPr marL="0" indent="0">
              <a:buFontTx/>
              <a:buNone/>
              <a:defRPr sz="2000">
                <a:solidFill>
                  <a:schemeClr val="tx2"/>
                </a:solidFill>
                <a:latin typeface="Microsoft Sans Serif" panose="020B0604020202020204" pitchFamily="34" charset="0"/>
                <a:cs typeface="Microsoft Sans Serif" panose="020B0604020202020204" pitchFamily="34" charset="0"/>
              </a:defRPr>
            </a:lvl1pPr>
          </a:lstStyle>
          <a:p>
            <a:pPr lvl="0"/>
            <a:r>
              <a:rPr lang="en-US" dirty="0"/>
              <a:t>Edit Master text styles</a:t>
            </a:r>
          </a:p>
        </p:txBody>
      </p:sp>
      <p:sp>
        <p:nvSpPr>
          <p:cNvPr id="12" name="Picture Placeholder 11"/>
          <p:cNvSpPr>
            <a:spLocks noGrp="1"/>
          </p:cNvSpPr>
          <p:nvPr>
            <p:ph type="pic" sz="quarter" idx="14" hasCustomPrompt="1"/>
          </p:nvPr>
        </p:nvSpPr>
        <p:spPr>
          <a:xfrm>
            <a:off x="620184" y="1143000"/>
            <a:ext cx="3657600" cy="4953000"/>
          </a:xfrm>
        </p:spPr>
        <p:txBody>
          <a:bodyPr/>
          <a:lstStyle/>
          <a:p>
            <a:r>
              <a:rPr lang="en-US" dirty="0"/>
              <a:t>Headshot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ultiple headsho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Slide Number Placeholder 2"/>
          <p:cNvSpPr>
            <a:spLocks noGrp="1"/>
          </p:cNvSpPr>
          <p:nvPr>
            <p:ph type="sldNum" sz="quarter" idx="10"/>
          </p:nvPr>
        </p:nvSpPr>
        <p:spPr/>
        <p:txBody>
          <a:bodyPr/>
          <a:lstStyle/>
          <a:p>
            <a:pPr>
              <a:defRPr/>
            </a:pPr>
            <a:fld id="{6E185F3A-9EB0-004F-8466-36A321E6E181}" type="slidenum">
              <a:rPr lang="en-US" smtClean="0"/>
              <a:t>‹#›</a:t>
            </a:fld>
            <a:endParaRPr lang="en-US" dirty="0"/>
          </a:p>
        </p:txBody>
      </p:sp>
      <p:sp>
        <p:nvSpPr>
          <p:cNvPr id="5" name="Text Placeholder 2"/>
          <p:cNvSpPr>
            <a:spLocks noGrp="1"/>
          </p:cNvSpPr>
          <p:nvPr>
            <p:ph type="body" sz="half" idx="2"/>
          </p:nvPr>
        </p:nvSpPr>
        <p:spPr>
          <a:xfrm>
            <a:off x="610192" y="4038601"/>
            <a:ext cx="2448392" cy="415721"/>
          </a:xfrm>
        </p:spPr>
        <p:txBody>
          <a:bodyPr anchor="ctr"/>
          <a:lstStyle>
            <a:lvl1pPr>
              <a:defRPr sz="1400" b="1">
                <a:solidFill>
                  <a:schemeClr val="tx2"/>
                </a:solidFill>
                <a:latin typeface="Microsoft Sans Serif" panose="020B0604020202020204" pitchFamily="34" charset="0"/>
                <a:cs typeface="Microsoft Sans Serif" panose="020B0604020202020204" pitchFamily="34" charset="0"/>
              </a:defRPr>
            </a:lvl1pPr>
          </a:lstStyle>
          <a:p>
            <a:pPr lvl="0"/>
            <a:r>
              <a:rPr lang="en-US" dirty="0"/>
              <a:t>Edit Master text styles</a:t>
            </a:r>
          </a:p>
        </p:txBody>
      </p:sp>
      <p:sp>
        <p:nvSpPr>
          <p:cNvPr id="6" name="Text Placeholder 3"/>
          <p:cNvSpPr>
            <a:spLocks noGrp="1"/>
          </p:cNvSpPr>
          <p:nvPr>
            <p:ph type="body" sz="half" idx="13"/>
          </p:nvPr>
        </p:nvSpPr>
        <p:spPr>
          <a:xfrm>
            <a:off x="610193" y="4648202"/>
            <a:ext cx="2448393" cy="1510443"/>
          </a:xfrm>
        </p:spPr>
        <p:txBody>
          <a:bodyPr/>
          <a:lstStyle>
            <a:lvl1pPr marL="0" indent="0">
              <a:buFontTx/>
              <a:buNone/>
              <a:defRPr sz="1400">
                <a:solidFill>
                  <a:schemeClr val="tx2"/>
                </a:solidFill>
                <a:latin typeface="Microsoft Sans Serif" panose="020B0604020202020204" pitchFamily="34" charset="0"/>
                <a:cs typeface="Microsoft Sans Serif" panose="020B0604020202020204" pitchFamily="34" charset="0"/>
              </a:defRPr>
            </a:lvl1pPr>
          </a:lstStyle>
          <a:p>
            <a:pPr lvl="0"/>
            <a:r>
              <a:rPr lang="en-US" dirty="0"/>
              <a:t>Edit Master text styles</a:t>
            </a:r>
          </a:p>
        </p:txBody>
      </p:sp>
      <p:sp>
        <p:nvSpPr>
          <p:cNvPr id="12" name="Picture Placeholder 11"/>
          <p:cNvSpPr>
            <a:spLocks noGrp="1"/>
          </p:cNvSpPr>
          <p:nvPr>
            <p:ph type="pic" sz="quarter" idx="14" hasCustomPrompt="1"/>
          </p:nvPr>
        </p:nvSpPr>
        <p:spPr>
          <a:xfrm>
            <a:off x="615188" y="1143000"/>
            <a:ext cx="2438400" cy="2743200"/>
          </a:xfrm>
        </p:spPr>
        <p:txBody>
          <a:bodyPr/>
          <a:lstStyle/>
          <a:p>
            <a:r>
              <a:rPr lang="en-US" dirty="0"/>
              <a:t>Headshot</a:t>
            </a:r>
          </a:p>
        </p:txBody>
      </p:sp>
      <p:sp>
        <p:nvSpPr>
          <p:cNvPr id="8" name="Picture Placeholder 11"/>
          <p:cNvSpPr>
            <a:spLocks noGrp="1"/>
          </p:cNvSpPr>
          <p:nvPr>
            <p:ph type="pic" sz="quarter" idx="15" hasCustomPrompt="1"/>
          </p:nvPr>
        </p:nvSpPr>
        <p:spPr>
          <a:xfrm>
            <a:off x="3436253" y="1143000"/>
            <a:ext cx="2438400" cy="2743200"/>
          </a:xfrm>
        </p:spPr>
        <p:txBody>
          <a:bodyPr/>
          <a:lstStyle/>
          <a:p>
            <a:r>
              <a:rPr lang="en-US" dirty="0"/>
              <a:t>Headshot</a:t>
            </a:r>
          </a:p>
        </p:txBody>
      </p:sp>
      <p:sp>
        <p:nvSpPr>
          <p:cNvPr id="9" name="Picture Placeholder 11"/>
          <p:cNvSpPr>
            <a:spLocks noGrp="1"/>
          </p:cNvSpPr>
          <p:nvPr>
            <p:ph type="pic" sz="quarter" idx="16" hasCustomPrompt="1"/>
          </p:nvPr>
        </p:nvSpPr>
        <p:spPr>
          <a:xfrm>
            <a:off x="6257318" y="1143000"/>
            <a:ext cx="2438400" cy="2743200"/>
          </a:xfrm>
        </p:spPr>
        <p:txBody>
          <a:bodyPr/>
          <a:lstStyle/>
          <a:p>
            <a:r>
              <a:rPr lang="en-US" dirty="0"/>
              <a:t>Headshot</a:t>
            </a:r>
          </a:p>
        </p:txBody>
      </p:sp>
      <p:sp>
        <p:nvSpPr>
          <p:cNvPr id="10" name="Picture Placeholder 11"/>
          <p:cNvSpPr>
            <a:spLocks noGrp="1"/>
          </p:cNvSpPr>
          <p:nvPr>
            <p:ph type="pic" sz="quarter" idx="17" hasCustomPrompt="1"/>
          </p:nvPr>
        </p:nvSpPr>
        <p:spPr>
          <a:xfrm>
            <a:off x="9078384" y="1130332"/>
            <a:ext cx="2438400" cy="2743200"/>
          </a:xfrm>
        </p:spPr>
        <p:txBody>
          <a:bodyPr/>
          <a:lstStyle/>
          <a:p>
            <a:r>
              <a:rPr lang="en-US" dirty="0"/>
              <a:t>Headshot</a:t>
            </a:r>
          </a:p>
        </p:txBody>
      </p:sp>
      <p:sp>
        <p:nvSpPr>
          <p:cNvPr id="13" name="Text Placeholder 2"/>
          <p:cNvSpPr>
            <a:spLocks noGrp="1"/>
          </p:cNvSpPr>
          <p:nvPr>
            <p:ph type="body" sz="half" idx="18"/>
          </p:nvPr>
        </p:nvSpPr>
        <p:spPr>
          <a:xfrm>
            <a:off x="3451464" y="4038601"/>
            <a:ext cx="2448392" cy="415721"/>
          </a:xfrm>
        </p:spPr>
        <p:txBody>
          <a:bodyPr anchor="ctr"/>
          <a:lstStyle>
            <a:lvl1pPr>
              <a:defRPr sz="1400" b="1">
                <a:solidFill>
                  <a:schemeClr val="tx2"/>
                </a:solidFill>
                <a:latin typeface="Microsoft Sans Serif" panose="020B0604020202020204" pitchFamily="34" charset="0"/>
                <a:cs typeface="Microsoft Sans Serif" panose="020B0604020202020204" pitchFamily="34" charset="0"/>
              </a:defRPr>
            </a:lvl1pPr>
          </a:lstStyle>
          <a:p>
            <a:pPr lvl="0"/>
            <a:r>
              <a:rPr lang="en-US" dirty="0"/>
              <a:t>Edit Master text styles</a:t>
            </a:r>
          </a:p>
        </p:txBody>
      </p:sp>
      <p:sp>
        <p:nvSpPr>
          <p:cNvPr id="14" name="Text Placeholder 2"/>
          <p:cNvSpPr>
            <a:spLocks noGrp="1"/>
          </p:cNvSpPr>
          <p:nvPr>
            <p:ph type="body" sz="half" idx="19"/>
          </p:nvPr>
        </p:nvSpPr>
        <p:spPr>
          <a:xfrm>
            <a:off x="6292736" y="4076873"/>
            <a:ext cx="2448392" cy="415721"/>
          </a:xfrm>
        </p:spPr>
        <p:txBody>
          <a:bodyPr anchor="ctr"/>
          <a:lstStyle>
            <a:lvl1pPr>
              <a:defRPr sz="1400" b="1">
                <a:solidFill>
                  <a:schemeClr val="tx2"/>
                </a:solidFill>
                <a:latin typeface="Microsoft Sans Serif" panose="020B0604020202020204" pitchFamily="34" charset="0"/>
                <a:cs typeface="Microsoft Sans Serif" panose="020B0604020202020204" pitchFamily="34" charset="0"/>
              </a:defRPr>
            </a:lvl1pPr>
          </a:lstStyle>
          <a:p>
            <a:pPr lvl="0"/>
            <a:r>
              <a:rPr lang="en-US"/>
              <a:t>Edit Master text styles</a:t>
            </a:r>
          </a:p>
        </p:txBody>
      </p:sp>
      <p:sp>
        <p:nvSpPr>
          <p:cNvPr id="15" name="Text Placeholder 2"/>
          <p:cNvSpPr>
            <a:spLocks noGrp="1"/>
          </p:cNvSpPr>
          <p:nvPr>
            <p:ph type="body" sz="half" idx="20"/>
          </p:nvPr>
        </p:nvSpPr>
        <p:spPr>
          <a:xfrm>
            <a:off x="9134008" y="4076873"/>
            <a:ext cx="2448392" cy="415721"/>
          </a:xfrm>
        </p:spPr>
        <p:txBody>
          <a:bodyPr anchor="ctr"/>
          <a:lstStyle>
            <a:lvl1pPr>
              <a:defRPr sz="1400" b="1">
                <a:solidFill>
                  <a:schemeClr val="tx2"/>
                </a:solidFill>
                <a:latin typeface="Microsoft Sans Serif" panose="020B0604020202020204" pitchFamily="34" charset="0"/>
                <a:cs typeface="Microsoft Sans Serif" panose="020B0604020202020204" pitchFamily="34" charset="0"/>
              </a:defRPr>
            </a:lvl1pPr>
          </a:lstStyle>
          <a:p>
            <a:pPr lvl="0"/>
            <a:r>
              <a:rPr lang="en-US"/>
              <a:t>Edit Master text styles</a:t>
            </a:r>
          </a:p>
        </p:txBody>
      </p:sp>
      <p:sp>
        <p:nvSpPr>
          <p:cNvPr id="16" name="Text Placeholder 3"/>
          <p:cNvSpPr>
            <a:spLocks noGrp="1"/>
          </p:cNvSpPr>
          <p:nvPr>
            <p:ph type="body" sz="half" idx="21"/>
          </p:nvPr>
        </p:nvSpPr>
        <p:spPr>
          <a:xfrm>
            <a:off x="3451464" y="4660354"/>
            <a:ext cx="2448393" cy="1510443"/>
          </a:xfrm>
        </p:spPr>
        <p:txBody>
          <a:bodyPr/>
          <a:lstStyle>
            <a:lvl1pPr marL="0" indent="0">
              <a:buFontTx/>
              <a:buNone/>
              <a:defRPr sz="1400">
                <a:solidFill>
                  <a:schemeClr val="tx2"/>
                </a:solidFill>
                <a:latin typeface="Microsoft Sans Serif" panose="020B0604020202020204" pitchFamily="34" charset="0"/>
                <a:cs typeface="Microsoft Sans Serif" panose="020B0604020202020204" pitchFamily="34" charset="0"/>
              </a:defRPr>
            </a:lvl1pPr>
          </a:lstStyle>
          <a:p>
            <a:pPr lvl="0"/>
            <a:r>
              <a:rPr lang="en-US" dirty="0"/>
              <a:t>Edit Master text styles</a:t>
            </a:r>
          </a:p>
        </p:txBody>
      </p:sp>
      <p:sp>
        <p:nvSpPr>
          <p:cNvPr id="17" name="Text Placeholder 3"/>
          <p:cNvSpPr>
            <a:spLocks noGrp="1"/>
          </p:cNvSpPr>
          <p:nvPr>
            <p:ph type="body" sz="half" idx="22"/>
          </p:nvPr>
        </p:nvSpPr>
        <p:spPr>
          <a:xfrm>
            <a:off x="6292735" y="4664275"/>
            <a:ext cx="2448393" cy="1510443"/>
          </a:xfrm>
        </p:spPr>
        <p:txBody>
          <a:bodyPr/>
          <a:lstStyle>
            <a:lvl1pPr marL="0" indent="0">
              <a:buFontTx/>
              <a:buNone/>
              <a:defRPr sz="1400">
                <a:solidFill>
                  <a:schemeClr val="tx2"/>
                </a:solidFill>
                <a:latin typeface="Microsoft Sans Serif" panose="020B0604020202020204" pitchFamily="34" charset="0"/>
                <a:cs typeface="Microsoft Sans Serif" panose="020B0604020202020204" pitchFamily="34" charset="0"/>
              </a:defRPr>
            </a:lvl1pPr>
          </a:lstStyle>
          <a:p>
            <a:pPr lvl="0"/>
            <a:r>
              <a:rPr lang="en-US"/>
              <a:t>Edit Master text styles</a:t>
            </a:r>
          </a:p>
        </p:txBody>
      </p:sp>
      <p:sp>
        <p:nvSpPr>
          <p:cNvPr id="18" name="Text Placeholder 3"/>
          <p:cNvSpPr>
            <a:spLocks noGrp="1"/>
          </p:cNvSpPr>
          <p:nvPr>
            <p:ph type="body" sz="half" idx="23"/>
          </p:nvPr>
        </p:nvSpPr>
        <p:spPr>
          <a:xfrm>
            <a:off x="9134007" y="4648201"/>
            <a:ext cx="2448393" cy="1510443"/>
          </a:xfrm>
        </p:spPr>
        <p:txBody>
          <a:bodyPr/>
          <a:lstStyle>
            <a:lvl1pPr marL="0" indent="0">
              <a:buFontTx/>
              <a:buNone/>
              <a:defRPr sz="1400">
                <a:solidFill>
                  <a:schemeClr val="tx2"/>
                </a:solidFill>
                <a:latin typeface="Microsoft Sans Serif" panose="020B0604020202020204" pitchFamily="34" charset="0"/>
                <a:cs typeface="Microsoft Sans Serif" panose="020B0604020202020204" pitchFamily="34" charset="0"/>
              </a:defRPr>
            </a:lvl1pPr>
          </a:lstStyle>
          <a:p>
            <a:pPr lvl="0"/>
            <a:r>
              <a:rPr lang="en-US"/>
              <a:t>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16" name="Title 3"/>
          <p:cNvSpPr>
            <a:spLocks noGrp="1"/>
          </p:cNvSpPr>
          <p:nvPr>
            <p:ph type="title"/>
          </p:nvPr>
        </p:nvSpPr>
        <p:spPr>
          <a:xfrm>
            <a:off x="601581" y="466346"/>
            <a:ext cx="10915203" cy="507831"/>
          </a:xfrm>
        </p:spPr>
        <p:txBody>
          <a:bodyPr/>
          <a:lstStyle>
            <a:lvl1pPr>
              <a:defRPr>
                <a:solidFill>
                  <a:schemeClr val="tx2"/>
                </a:solidFill>
              </a:defRPr>
            </a:lvl1pPr>
          </a:lstStyle>
          <a:p>
            <a:r>
              <a:rPr lang="en-US"/>
              <a:t>Click to edit Master title style</a:t>
            </a:r>
            <a:endParaRPr lang="en-US" dirty="0"/>
          </a:p>
        </p:txBody>
      </p:sp>
      <p:sp>
        <p:nvSpPr>
          <p:cNvPr id="4" name="Slide Number Placeholder 5"/>
          <p:cNvSpPr>
            <a:spLocks noGrp="1"/>
          </p:cNvSpPr>
          <p:nvPr>
            <p:ph type="sldNum" sz="quarter" idx="10"/>
          </p:nvPr>
        </p:nvSpPr>
        <p:spPr/>
        <p:txBody>
          <a:bodyPr/>
          <a:lstStyle>
            <a:lvl1pPr>
              <a:defRPr/>
            </a:lvl1pPr>
          </a:lstStyle>
          <a:p>
            <a:pPr>
              <a:defRPr/>
            </a:pPr>
            <a:fld id="{A48725E7-0BCD-FA4A-B64F-9E36BFFE79F3}" type="slidenum">
              <a:rPr lang="en-US"/>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 no content">
    <p:bg>
      <p:bgPr>
        <a:solidFill>
          <a:schemeClr val="tx2"/>
        </a:solidFill>
        <a:effectLst/>
      </p:bgPr>
    </p:bg>
    <p:spTree>
      <p:nvGrpSpPr>
        <p:cNvPr id="1" name=""/>
        <p:cNvGrpSpPr/>
        <p:nvPr/>
      </p:nvGrpSpPr>
      <p:grpSpPr>
        <a:xfrm>
          <a:off x="0" y="0"/>
          <a:ext cx="0" cy="0"/>
          <a:chOff x="0" y="0"/>
          <a:chExt cx="0" cy="0"/>
        </a:xfrm>
      </p:grpSpPr>
      <p:sp>
        <p:nvSpPr>
          <p:cNvPr id="16" name="Title 3"/>
          <p:cNvSpPr>
            <a:spLocks noGrp="1"/>
          </p:cNvSpPr>
          <p:nvPr>
            <p:ph type="title"/>
          </p:nvPr>
        </p:nvSpPr>
        <p:spPr>
          <a:xfrm>
            <a:off x="601581" y="466346"/>
            <a:ext cx="10915203" cy="507831"/>
          </a:xfrm>
        </p:spPr>
        <p:txBody>
          <a:bodyPr/>
          <a:lstStyle>
            <a:lvl1pPr>
              <a:defRPr>
                <a:solidFill>
                  <a:schemeClr val="bg1"/>
                </a:solidFill>
              </a:defRPr>
            </a:lvl1pPr>
          </a:lstStyle>
          <a:p>
            <a:r>
              <a:rPr lang="en-US" dirty="0"/>
              <a:t>Click to edit Master title style</a:t>
            </a:r>
          </a:p>
        </p:txBody>
      </p:sp>
      <p:sp>
        <p:nvSpPr>
          <p:cNvPr id="4" name="Slide Number Placeholder 5"/>
          <p:cNvSpPr>
            <a:spLocks noGrp="1"/>
          </p:cNvSpPr>
          <p:nvPr>
            <p:ph type="sldNum" sz="quarter" idx="10"/>
          </p:nvPr>
        </p:nvSpPr>
        <p:spPr/>
        <p:txBody>
          <a:bodyPr/>
          <a:lstStyle>
            <a:lvl1pPr>
              <a:defRPr>
                <a:solidFill>
                  <a:schemeClr val="bg1"/>
                </a:solidFill>
              </a:defRPr>
            </a:lvl1pPr>
          </a:lstStyle>
          <a:p>
            <a:pPr>
              <a:defRPr/>
            </a:pPr>
            <a:fld id="{A48725E7-0BCD-FA4A-B64F-9E36BFFE79F3}" type="slidenum">
              <a:rPr lang="en-US" smtClean="0"/>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4"/>
          <p:cNvSpPr>
            <a:spLocks noGrp="1"/>
          </p:cNvSpPr>
          <p:nvPr>
            <p:ph type="sldNum" sz="quarter" idx="15"/>
          </p:nvPr>
        </p:nvSpPr>
        <p:spPr/>
        <p:txBody>
          <a:bodyPr/>
          <a:lstStyle>
            <a:lvl1pPr>
              <a:defRPr/>
            </a:lvl1pPr>
          </a:lstStyle>
          <a:p>
            <a:pPr>
              <a:defRPr/>
            </a:pPr>
            <a:fld id="{59D14E7F-45AD-DE46-9B52-3C1C3176B3A7}" type="slidenum">
              <a:rPr lang="en-US"/>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6E185F3A-9EB0-004F-8466-36A321E6E181}" type="slidenum">
              <a:rPr lang="en-US" smtClean="0"/>
              <a:t>‹#›</a:t>
            </a:fld>
            <a:endParaRPr lang="en-US" dirty="0"/>
          </a:p>
        </p:txBody>
      </p:sp>
      <p:sp>
        <p:nvSpPr>
          <p:cNvPr id="12" name="Chart Placeholder 11"/>
          <p:cNvSpPr>
            <a:spLocks noGrp="1"/>
          </p:cNvSpPr>
          <p:nvPr>
            <p:ph type="chart" sz="quarter" idx="12" hasCustomPrompt="1"/>
          </p:nvPr>
        </p:nvSpPr>
        <p:spPr>
          <a:xfrm>
            <a:off x="620184" y="1143000"/>
            <a:ext cx="10896600" cy="5105400"/>
          </a:xfrm>
        </p:spPr>
        <p:txBody>
          <a:bodyPr/>
          <a:lstStyle>
            <a:lvl1pPr>
              <a:defRPr>
                <a:solidFill>
                  <a:schemeClr val="tx2"/>
                </a:solidFill>
              </a:defRPr>
            </a:lvl1pPr>
          </a:lstStyle>
          <a:p>
            <a:r>
              <a:rPr lang="en-US" dirty="0"/>
              <a:t>Click icon to add chart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har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6E185F3A-9EB0-004F-8466-36A321E6E181}" type="slidenum">
              <a:rPr lang="en-US" smtClean="0"/>
              <a:t>‹#›</a:t>
            </a:fld>
            <a:endParaRPr lang="en-US" dirty="0"/>
          </a:p>
        </p:txBody>
      </p:sp>
      <p:sp>
        <p:nvSpPr>
          <p:cNvPr id="6" name="Chart Placeholder 5"/>
          <p:cNvSpPr>
            <a:spLocks noGrp="1"/>
          </p:cNvSpPr>
          <p:nvPr>
            <p:ph type="chart" sz="quarter" idx="12" hasCustomPrompt="1"/>
          </p:nvPr>
        </p:nvSpPr>
        <p:spPr>
          <a:xfrm>
            <a:off x="620181" y="1143000"/>
            <a:ext cx="5242560" cy="3657600"/>
          </a:xfrm>
        </p:spPr>
        <p:txBody>
          <a:bodyPr/>
          <a:lstStyle>
            <a:lvl1pPr>
              <a:defRPr>
                <a:solidFill>
                  <a:schemeClr val="tx2"/>
                </a:solidFill>
              </a:defRPr>
            </a:lvl1pPr>
          </a:lstStyle>
          <a:p>
            <a:r>
              <a:rPr lang="en-US"/>
              <a:t>Click icon to add chart</a:t>
            </a:r>
          </a:p>
        </p:txBody>
      </p:sp>
      <p:sp>
        <p:nvSpPr>
          <p:cNvPr id="8" name="Chart Placeholder 7"/>
          <p:cNvSpPr>
            <a:spLocks noGrp="1"/>
          </p:cNvSpPr>
          <p:nvPr>
            <p:ph type="chart" sz="quarter" idx="13" hasCustomPrompt="1"/>
          </p:nvPr>
        </p:nvSpPr>
        <p:spPr>
          <a:xfrm>
            <a:off x="6274224" y="1143000"/>
            <a:ext cx="5242560" cy="3657600"/>
          </a:xfrm>
        </p:spPr>
        <p:txBody>
          <a:bodyPr/>
          <a:lstStyle>
            <a:lvl1pPr>
              <a:defRPr>
                <a:solidFill>
                  <a:schemeClr val="tx2"/>
                </a:solidFill>
              </a:defRPr>
            </a:lvl1pPr>
          </a:lstStyle>
          <a:p>
            <a:r>
              <a:rPr lang="en-US"/>
              <a:t>Click icon to add chart</a:t>
            </a:r>
          </a:p>
        </p:txBody>
      </p:sp>
      <p:sp>
        <p:nvSpPr>
          <p:cNvPr id="10" name="Text Placeholder 9"/>
          <p:cNvSpPr>
            <a:spLocks noGrp="1"/>
          </p:cNvSpPr>
          <p:nvPr>
            <p:ph type="body" sz="quarter" idx="14"/>
          </p:nvPr>
        </p:nvSpPr>
        <p:spPr>
          <a:xfrm>
            <a:off x="620184" y="4953000"/>
            <a:ext cx="10896600" cy="1219200"/>
          </a:xfrm>
        </p:spPr>
        <p:txBody>
          <a:bodyPr/>
          <a:lstStyle>
            <a:lvl1pPr>
              <a:defRPr sz="2000">
                <a:solidFill>
                  <a:schemeClr val="tx2"/>
                </a:solidFill>
                <a:latin typeface="Microsoft Sans Serif" panose="020B0604020202020204" pitchFamily="34" charset="0"/>
                <a:cs typeface="Microsoft Sans Serif" panose="020B0604020202020204" pitchFamily="34" charset="0"/>
              </a:defRPr>
            </a:lvl1pPr>
            <a:lvl2pPr marL="342900" indent="0">
              <a:buNone/>
              <a:defRPr/>
            </a:lvl2pPr>
          </a:lstStyle>
          <a:p>
            <a:pPr lvl="0"/>
            <a:r>
              <a:rPr lang="en-US" dirty="0"/>
              <a:t>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7" name="Title 1"/>
          <p:cNvSpPr>
            <a:spLocks noGrp="1"/>
          </p:cNvSpPr>
          <p:nvPr>
            <p:ph type="title"/>
          </p:nvPr>
        </p:nvSpPr>
        <p:spPr>
          <a:xfrm>
            <a:off x="609601" y="466346"/>
            <a:ext cx="10907183" cy="507831"/>
          </a:xfrm>
        </p:spPr>
        <p:txBody>
          <a:bodyPr/>
          <a:lstStyle>
            <a:lvl1pPr>
              <a:defRPr>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5"/>
          </p:nvPr>
        </p:nvSpPr>
        <p:spPr>
          <a:xfrm>
            <a:off x="610112" y="4572002"/>
            <a:ext cx="10906669" cy="1567543"/>
          </a:xfrm>
        </p:spPr>
        <p:txBody>
          <a:bodyPr/>
          <a:lstStyle>
            <a:lvl1pPr>
              <a:defRPr sz="1800" b="0" i="0">
                <a:solidFill>
                  <a:schemeClr val="tx2"/>
                </a:solidFill>
                <a:latin typeface="Microsoft Sans Serif" panose="020B0604020202020204" pitchFamily="34" charset="0"/>
                <a:cs typeface="Microsoft Sans Serif" panose="020B0604020202020204" pitchFamily="34" charset="0"/>
              </a:defRPr>
            </a:lvl1pPr>
          </a:lstStyle>
          <a:p>
            <a:pPr lvl="0"/>
            <a:r>
              <a:rPr lang="en-US" dirty="0"/>
              <a:t>Edit Master text styles</a:t>
            </a:r>
          </a:p>
        </p:txBody>
      </p:sp>
      <p:sp>
        <p:nvSpPr>
          <p:cNvPr id="6" name="Slide Number Placeholder 4"/>
          <p:cNvSpPr>
            <a:spLocks noGrp="1"/>
          </p:cNvSpPr>
          <p:nvPr>
            <p:ph type="sldNum" sz="quarter" idx="17"/>
          </p:nvPr>
        </p:nvSpPr>
        <p:spPr/>
        <p:txBody>
          <a:bodyPr/>
          <a:lstStyle>
            <a:lvl1pPr>
              <a:defRPr/>
            </a:lvl1pPr>
          </a:lstStyle>
          <a:p>
            <a:pPr>
              <a:defRPr/>
            </a:pPr>
            <a:fld id="{586077A5-E507-0946-B60C-D7438FBFCEB0}" type="slidenum">
              <a:rPr lang="en-US"/>
              <a:t>‹#›</a:t>
            </a:fld>
            <a:endParaRPr lang="en-US" dirty="0"/>
          </a:p>
        </p:txBody>
      </p:sp>
      <p:sp>
        <p:nvSpPr>
          <p:cNvPr id="3" name="Table Placeholder 2"/>
          <p:cNvSpPr>
            <a:spLocks noGrp="1"/>
          </p:cNvSpPr>
          <p:nvPr>
            <p:ph type="tbl" sz="quarter" idx="18" hasCustomPrompt="1"/>
          </p:nvPr>
        </p:nvSpPr>
        <p:spPr>
          <a:xfrm>
            <a:off x="620183" y="1143000"/>
            <a:ext cx="10896599" cy="3124200"/>
          </a:xfrm>
        </p:spPr>
        <p:txBody>
          <a:bodyPr/>
          <a:lstStyle>
            <a:lvl1pPr>
              <a:defRPr>
                <a:solidFill>
                  <a:schemeClr val="tx2"/>
                </a:solidFill>
              </a:defRPr>
            </a:lvl1pPr>
          </a:lstStyle>
          <a:p>
            <a:r>
              <a:rPr lang="en-US"/>
              <a:t>Click icon to add table</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6E185F3A-9EB0-004F-8466-36A321E6E181}" type="slidenum">
              <a:rPr lang="en-US" smtClean="0"/>
              <a:t>‹#›</a:t>
            </a:fld>
            <a:endParaRPr lang="en-US" dirty="0"/>
          </a:p>
        </p:txBody>
      </p:sp>
      <p:sp>
        <p:nvSpPr>
          <p:cNvPr id="6" name="SmartArt Placeholder 5"/>
          <p:cNvSpPr>
            <a:spLocks noGrp="1"/>
          </p:cNvSpPr>
          <p:nvPr>
            <p:ph type="dgm" sz="quarter" idx="12" hasCustomPrompt="1"/>
          </p:nvPr>
        </p:nvSpPr>
        <p:spPr>
          <a:xfrm>
            <a:off x="620184" y="1143000"/>
            <a:ext cx="10896600" cy="5029200"/>
          </a:xfrm>
        </p:spPr>
        <p:txBody>
          <a:bodyPr/>
          <a:lstStyle>
            <a:lvl1pPr>
              <a:defRPr>
                <a:solidFill>
                  <a:schemeClr val="tx2"/>
                </a:solidFill>
              </a:defRPr>
            </a:lvl1pPr>
          </a:lstStyle>
          <a:p>
            <a:r>
              <a:rPr lang="en-US"/>
              <a:t>Click icon to add SmartArt graphic</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to with quote">
    <p:spTree>
      <p:nvGrpSpPr>
        <p:cNvPr id="1" name=""/>
        <p:cNvGrpSpPr/>
        <p:nvPr/>
      </p:nvGrpSpPr>
      <p:grpSpPr>
        <a:xfrm>
          <a:off x="0" y="0"/>
          <a:ext cx="0" cy="0"/>
          <a:chOff x="0" y="0"/>
          <a:chExt cx="0" cy="0"/>
        </a:xfrm>
      </p:grpSpPr>
      <p:sp>
        <p:nvSpPr>
          <p:cNvPr id="7" name="Rectangle 6"/>
          <p:cNvSpPr/>
          <p:nvPr userDrawn="1"/>
        </p:nvSpPr>
        <p:spPr>
          <a:xfrm>
            <a:off x="0" y="0"/>
            <a:ext cx="12192000" cy="689494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YaleNew" panose="02000602050000020003" pitchFamily="2" charset="77"/>
            </a:endParaRPr>
          </a:p>
        </p:txBody>
      </p:sp>
      <p:sp>
        <p:nvSpPr>
          <p:cNvPr id="3" name="Slide Number Placeholder 2"/>
          <p:cNvSpPr>
            <a:spLocks noGrp="1"/>
          </p:cNvSpPr>
          <p:nvPr>
            <p:ph type="sldNum" sz="quarter" idx="10"/>
          </p:nvPr>
        </p:nvSpPr>
        <p:spPr/>
        <p:txBody>
          <a:bodyPr/>
          <a:lstStyle/>
          <a:p>
            <a:pPr>
              <a:defRPr/>
            </a:pPr>
            <a:fld id="{6E185F3A-9EB0-004F-8466-36A321E6E181}" type="slidenum">
              <a:rPr lang="en-US" smtClean="0"/>
              <a:t>‹#›</a:t>
            </a:fld>
            <a:endParaRPr lang="en-US" dirty="0"/>
          </a:p>
        </p:txBody>
      </p:sp>
      <p:sp>
        <p:nvSpPr>
          <p:cNvPr id="6" name="Picture Placeholder 5"/>
          <p:cNvSpPr>
            <a:spLocks noGrp="1"/>
          </p:cNvSpPr>
          <p:nvPr>
            <p:ph type="pic" sz="quarter" idx="12"/>
          </p:nvPr>
        </p:nvSpPr>
        <p:spPr>
          <a:xfrm>
            <a:off x="6096000" y="0"/>
            <a:ext cx="6096000" cy="6858000"/>
          </a:xfrm>
        </p:spPr>
        <p:txBody>
          <a:bodyPr/>
          <a:lstStyle>
            <a:lvl1pPr>
              <a:defRPr>
                <a:solidFill>
                  <a:schemeClr val="bg1"/>
                </a:solidFill>
              </a:defRPr>
            </a:lvl1pPr>
          </a:lstStyle>
          <a:p>
            <a:r>
              <a:rPr lang="en-US" dirty="0"/>
              <a:t>Click icon to add picture</a:t>
            </a:r>
          </a:p>
        </p:txBody>
      </p:sp>
      <p:sp>
        <p:nvSpPr>
          <p:cNvPr id="9" name="Text Placeholder 8"/>
          <p:cNvSpPr>
            <a:spLocks noGrp="1"/>
          </p:cNvSpPr>
          <p:nvPr>
            <p:ph type="body" sz="quarter" idx="13"/>
          </p:nvPr>
        </p:nvSpPr>
        <p:spPr>
          <a:xfrm>
            <a:off x="1377951" y="1629568"/>
            <a:ext cx="4165600" cy="3581400"/>
          </a:xfrm>
        </p:spPr>
        <p:txBody>
          <a:bodyPr/>
          <a:lstStyle>
            <a:lvl1pPr>
              <a:defRPr sz="2800" b="0" i="0">
                <a:solidFill>
                  <a:schemeClr val="bg1"/>
                </a:solidFill>
                <a:latin typeface="Times New Roman" panose="02020603050405020304" pitchFamily="18" charset="0"/>
                <a:cs typeface="Times New Roman" panose="02020603050405020304" pitchFamily="18" charset="0"/>
              </a:defRPr>
            </a:lvl1pPr>
          </a:lstStyle>
          <a:p>
            <a:pPr lvl="0"/>
            <a:r>
              <a:rPr lang="en-US" dirty="0"/>
              <a:t>Edit Master text styles</a:t>
            </a:r>
          </a:p>
        </p:txBody>
      </p:sp>
      <p:sp>
        <p:nvSpPr>
          <p:cNvPr id="10" name="TextBox 9"/>
          <p:cNvSpPr txBox="1"/>
          <p:nvPr userDrawn="1"/>
        </p:nvSpPr>
        <p:spPr>
          <a:xfrm>
            <a:off x="577081" y="1295400"/>
            <a:ext cx="649537" cy="1446550"/>
          </a:xfrm>
          <a:prstGeom prst="rect">
            <a:avLst/>
          </a:prstGeom>
          <a:noFill/>
        </p:spPr>
        <p:txBody>
          <a:bodyPr wrap="none" rtlCol="0">
            <a:spAutoFit/>
          </a:bodyPr>
          <a:lstStyle/>
          <a:p>
            <a:r>
              <a:rPr lang="en-US" sz="8800" b="0" i="0" dirty="0">
                <a:solidFill>
                  <a:schemeClr val="bg1"/>
                </a:solidFill>
                <a:latin typeface="YaleNew" panose="02000602050000020003" pitchFamily="2" charset="77"/>
                <a:cs typeface="Arial" panose="020B0704020202020204" pitchFamily="34" charset="0"/>
              </a:rPr>
              <a:t>“</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alone">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dirty="0">
              <a:solidFill>
                <a:schemeClr val="tx2"/>
              </a:solidFill>
              <a:latin typeface="Proxima Nova Regular"/>
            </a:endParaRPr>
          </a:p>
        </p:txBody>
      </p:sp>
      <p:sp>
        <p:nvSpPr>
          <p:cNvPr id="3" name="Slide Number Placeholder 2"/>
          <p:cNvSpPr>
            <a:spLocks noGrp="1"/>
          </p:cNvSpPr>
          <p:nvPr>
            <p:ph type="sldNum" sz="quarter" idx="10"/>
          </p:nvPr>
        </p:nvSpPr>
        <p:spPr/>
        <p:txBody>
          <a:bodyPr/>
          <a:lstStyle>
            <a:lvl1pPr>
              <a:defRPr>
                <a:solidFill>
                  <a:schemeClr val="tx2"/>
                </a:solidFill>
              </a:defRPr>
            </a:lvl1pPr>
          </a:lstStyle>
          <a:p>
            <a:pPr>
              <a:defRPr/>
            </a:pPr>
            <a:fld id="{6E185F3A-9EB0-004F-8466-36A321E6E181}" type="slidenum">
              <a:rPr lang="en-US" smtClean="0"/>
              <a:t>‹#›</a:t>
            </a:fld>
            <a:endParaRPr lang="en-US" dirty="0"/>
          </a:p>
        </p:txBody>
      </p:sp>
      <p:sp>
        <p:nvSpPr>
          <p:cNvPr id="6" name="TextBox 5"/>
          <p:cNvSpPr txBox="1"/>
          <p:nvPr userDrawn="1"/>
        </p:nvSpPr>
        <p:spPr>
          <a:xfrm>
            <a:off x="1176555" y="1757025"/>
            <a:ext cx="649537" cy="1446550"/>
          </a:xfrm>
          <a:prstGeom prst="rect">
            <a:avLst/>
          </a:prstGeom>
          <a:noFill/>
        </p:spPr>
        <p:txBody>
          <a:bodyPr wrap="none" rtlCol="0">
            <a:spAutoFit/>
          </a:bodyPr>
          <a:lstStyle/>
          <a:p>
            <a:r>
              <a:rPr lang="en-US" sz="8800" b="0" i="0" dirty="0">
                <a:solidFill>
                  <a:schemeClr val="tx2"/>
                </a:solidFill>
                <a:latin typeface="YaleNew" panose="02000602050000020003" pitchFamily="2" charset="77"/>
                <a:cs typeface="Arial" panose="020B0704020202020204" pitchFamily="34" charset="0"/>
              </a:rPr>
              <a:t>“</a:t>
            </a:r>
          </a:p>
        </p:txBody>
      </p:sp>
      <p:sp>
        <p:nvSpPr>
          <p:cNvPr id="8" name="Text Placeholder 7"/>
          <p:cNvSpPr>
            <a:spLocks noGrp="1"/>
          </p:cNvSpPr>
          <p:nvPr>
            <p:ph type="body" sz="quarter" idx="12"/>
          </p:nvPr>
        </p:nvSpPr>
        <p:spPr>
          <a:xfrm>
            <a:off x="2040467" y="2133600"/>
            <a:ext cx="8830733" cy="2667000"/>
          </a:xfrm>
        </p:spPr>
        <p:txBody>
          <a:bodyPr/>
          <a:lstStyle>
            <a:lvl1pPr>
              <a:defRPr sz="2800">
                <a:solidFill>
                  <a:schemeClr val="tx2"/>
                </a:solidFill>
                <a:latin typeface="YaleNew" panose="02000602050000020003" pitchFamily="2" charset="77"/>
              </a:defRPr>
            </a:lvl1pPr>
          </a:lstStyle>
          <a:p>
            <a:pPr lvl="0"/>
            <a:r>
              <a:rPr lang="en-US" dirty="0"/>
              <a:t>Edit Master text styles</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tx2"/>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609600" y="3048000"/>
            <a:ext cx="8174736" cy="704088"/>
          </a:xfrm>
        </p:spPr>
        <p:txBody>
          <a:bodyPr/>
          <a:lstStyle>
            <a:lvl1pPr>
              <a:defRPr sz="3200">
                <a:solidFill>
                  <a:schemeClr val="bg1"/>
                </a:solidFill>
              </a:defRPr>
            </a:lvl1pPr>
          </a:lstStyle>
          <a:p>
            <a:r>
              <a:rPr lang="en-US"/>
              <a:t>Click to edit Master title style</a:t>
            </a:r>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600" lvl="0" indent="-457200">
              <a:spcBef>
                <a:spcPts val="0"/>
              </a:spcBef>
              <a:spcAft>
                <a:spcPts val="0"/>
              </a:spcAft>
              <a:buSzPts val="1800"/>
              <a:buChar char="●"/>
              <a:defRPr/>
            </a:lvl1pPr>
            <a:lvl2pPr marL="1219200" lvl="1" indent="-423545">
              <a:spcBef>
                <a:spcPts val="0"/>
              </a:spcBef>
              <a:spcAft>
                <a:spcPts val="0"/>
              </a:spcAft>
              <a:buSzPts val="1400"/>
              <a:buChar char="○"/>
              <a:defRPr/>
            </a:lvl2pPr>
            <a:lvl3pPr marL="1828800" lvl="2" indent="-423545">
              <a:spcBef>
                <a:spcPts val="0"/>
              </a:spcBef>
              <a:spcAft>
                <a:spcPts val="0"/>
              </a:spcAft>
              <a:buSzPts val="1400"/>
              <a:buChar char="■"/>
              <a:defRPr/>
            </a:lvl3pPr>
            <a:lvl4pPr marL="2438400" lvl="3" indent="-423545">
              <a:spcBef>
                <a:spcPts val="0"/>
              </a:spcBef>
              <a:spcAft>
                <a:spcPts val="0"/>
              </a:spcAft>
              <a:buSzPts val="1400"/>
              <a:buChar char="●"/>
              <a:defRPr/>
            </a:lvl4pPr>
            <a:lvl5pPr marL="3048000" lvl="4" indent="-423545">
              <a:spcBef>
                <a:spcPts val="0"/>
              </a:spcBef>
              <a:spcAft>
                <a:spcPts val="0"/>
              </a:spcAft>
              <a:buSzPts val="1400"/>
              <a:buChar char="○"/>
              <a:defRPr/>
            </a:lvl5pPr>
            <a:lvl6pPr marL="3657600" lvl="5" indent="-423545">
              <a:spcBef>
                <a:spcPts val="0"/>
              </a:spcBef>
              <a:spcAft>
                <a:spcPts val="0"/>
              </a:spcAft>
              <a:buSzPts val="1400"/>
              <a:buChar char="■"/>
              <a:defRPr/>
            </a:lvl6pPr>
            <a:lvl7pPr marL="4267200" lvl="6" indent="-423545">
              <a:spcBef>
                <a:spcPts val="0"/>
              </a:spcBef>
              <a:spcAft>
                <a:spcPts val="0"/>
              </a:spcAft>
              <a:buSzPts val="1400"/>
              <a:buChar char="●"/>
              <a:defRPr/>
            </a:lvl7pPr>
            <a:lvl8pPr marL="4876800" lvl="7" indent="-423545">
              <a:spcBef>
                <a:spcPts val="0"/>
              </a:spcBef>
              <a:spcAft>
                <a:spcPts val="0"/>
              </a:spcAft>
              <a:buSzPts val="1400"/>
              <a:buChar char="○"/>
              <a:defRPr/>
            </a:lvl8pPr>
            <a:lvl9pPr marL="5486400" lvl="8" indent="-423545">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0184" y="466725"/>
            <a:ext cx="108966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lstStyle/>
          <a:p>
            <a:pPr lvl="0"/>
            <a:r>
              <a:rPr lang="en-US" altLang="en-US" dirty="0"/>
              <a:t>Title</a:t>
            </a:r>
          </a:p>
        </p:txBody>
      </p:sp>
      <p:sp>
        <p:nvSpPr>
          <p:cNvPr id="1027" name="Text Placeholder 2"/>
          <p:cNvSpPr>
            <a:spLocks noGrp="1"/>
          </p:cNvSpPr>
          <p:nvPr>
            <p:ph type="body" idx="1"/>
          </p:nvPr>
        </p:nvSpPr>
        <p:spPr bwMode="auto">
          <a:xfrm>
            <a:off x="620184" y="1323975"/>
            <a:ext cx="10896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7" name="Slide Number Placeholder 5"/>
          <p:cNvSpPr>
            <a:spLocks noGrp="1"/>
          </p:cNvSpPr>
          <p:nvPr>
            <p:ph type="sldNum" sz="quarter" idx="4"/>
          </p:nvPr>
        </p:nvSpPr>
        <p:spPr>
          <a:xfrm>
            <a:off x="8773584" y="6407151"/>
            <a:ext cx="2743200" cy="214313"/>
          </a:xfrm>
          <a:prstGeom prst="rect">
            <a:avLst/>
          </a:prstGeom>
        </p:spPr>
        <p:txBody>
          <a:bodyPr vert="horz" lIns="0" tIns="0" rIns="0" bIns="0" rtlCol="0" anchor="t"/>
          <a:lstStyle>
            <a:lvl1pPr algn="r" defTabSz="342900" eaLnBrk="1" fontAlgn="auto" hangingPunct="1">
              <a:spcBef>
                <a:spcPts val="0"/>
              </a:spcBef>
              <a:spcAft>
                <a:spcPts val="0"/>
              </a:spcAft>
              <a:defRPr sz="900" b="0" i="0" baseline="0">
                <a:solidFill>
                  <a:prstClr val="black">
                    <a:tint val="75000"/>
                  </a:prstClr>
                </a:solidFill>
                <a:latin typeface="Microsoft Sans Serif" panose="020B0604020202020204" pitchFamily="34" charset="0"/>
              </a:defRPr>
            </a:lvl1pPr>
          </a:lstStyle>
          <a:p>
            <a:pPr>
              <a:defRPr/>
            </a:pPr>
            <a:fld id="{6E185F3A-9EB0-004F-8466-36A321E6E181}"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hdr="0" ftr="0" dt="0"/>
  <p:txStyles>
    <p:titleStyle>
      <a:lvl1pPr algn="l" defTabSz="685800" rtl="0" eaLnBrk="1" fontAlgn="base" hangingPunct="1">
        <a:spcBef>
          <a:spcPts val="750"/>
        </a:spcBef>
        <a:spcAft>
          <a:spcPct val="0"/>
        </a:spcAft>
        <a:defRPr sz="3600" b="0" kern="1200">
          <a:solidFill>
            <a:schemeClr val="tx2"/>
          </a:solidFill>
          <a:latin typeface="YaleNew" panose="02000602050000020003" pitchFamily="2" charset="77"/>
          <a:ea typeface="+mj-ea"/>
          <a:cs typeface="Microsoft Sans Serif" panose="020B0604020202020204" pitchFamily="34" charset="0"/>
        </a:defRPr>
      </a:lvl1pPr>
      <a:lvl2pPr algn="l" defTabSz="685800" rtl="0" eaLnBrk="1" fontAlgn="base" hangingPunct="1">
        <a:spcBef>
          <a:spcPts val="750"/>
        </a:spcBef>
        <a:spcAft>
          <a:spcPct val="0"/>
        </a:spcAft>
        <a:defRPr sz="2200" b="1">
          <a:solidFill>
            <a:schemeClr val="tx1"/>
          </a:solidFill>
          <a:latin typeface="Arial" panose="020B0704020202020204" pitchFamily="34" charset="0"/>
        </a:defRPr>
      </a:lvl2pPr>
      <a:lvl3pPr algn="l" defTabSz="685800" rtl="0" eaLnBrk="1" fontAlgn="base" hangingPunct="1">
        <a:spcBef>
          <a:spcPts val="750"/>
        </a:spcBef>
        <a:spcAft>
          <a:spcPct val="0"/>
        </a:spcAft>
        <a:defRPr sz="2200" b="1">
          <a:solidFill>
            <a:schemeClr val="tx1"/>
          </a:solidFill>
          <a:latin typeface="Arial" panose="020B0704020202020204" pitchFamily="34" charset="0"/>
        </a:defRPr>
      </a:lvl3pPr>
      <a:lvl4pPr algn="l" defTabSz="685800" rtl="0" eaLnBrk="1" fontAlgn="base" hangingPunct="1">
        <a:spcBef>
          <a:spcPts val="750"/>
        </a:spcBef>
        <a:spcAft>
          <a:spcPct val="0"/>
        </a:spcAft>
        <a:defRPr sz="2200" b="1">
          <a:solidFill>
            <a:schemeClr val="tx1"/>
          </a:solidFill>
          <a:latin typeface="Arial" panose="020B0704020202020204" pitchFamily="34" charset="0"/>
        </a:defRPr>
      </a:lvl4pPr>
      <a:lvl5pPr algn="l" defTabSz="685800" rtl="0" eaLnBrk="1" fontAlgn="base" hangingPunct="1">
        <a:spcBef>
          <a:spcPts val="750"/>
        </a:spcBef>
        <a:spcAft>
          <a:spcPct val="0"/>
        </a:spcAft>
        <a:defRPr sz="2200" b="1">
          <a:solidFill>
            <a:schemeClr val="tx1"/>
          </a:solidFill>
          <a:latin typeface="Arial" panose="020B0704020202020204" pitchFamily="34" charset="0"/>
        </a:defRPr>
      </a:lvl5pPr>
      <a:lvl6pPr marL="457200" algn="l" defTabSz="685800" rtl="0" eaLnBrk="1" fontAlgn="base" hangingPunct="1">
        <a:spcBef>
          <a:spcPts val="750"/>
        </a:spcBef>
        <a:spcAft>
          <a:spcPct val="0"/>
        </a:spcAft>
        <a:defRPr sz="2200" b="1">
          <a:solidFill>
            <a:schemeClr val="tx1"/>
          </a:solidFill>
          <a:latin typeface="Arial" panose="020B0704020202020204" pitchFamily="34" charset="0"/>
        </a:defRPr>
      </a:lvl6pPr>
      <a:lvl7pPr marL="914400" algn="l" defTabSz="685800" rtl="0" eaLnBrk="1" fontAlgn="base" hangingPunct="1">
        <a:spcBef>
          <a:spcPts val="750"/>
        </a:spcBef>
        <a:spcAft>
          <a:spcPct val="0"/>
        </a:spcAft>
        <a:defRPr sz="2200" b="1">
          <a:solidFill>
            <a:schemeClr val="tx1"/>
          </a:solidFill>
          <a:latin typeface="Arial" panose="020B0704020202020204" pitchFamily="34" charset="0"/>
        </a:defRPr>
      </a:lvl7pPr>
      <a:lvl8pPr marL="1371600" algn="l" defTabSz="685800" rtl="0" eaLnBrk="1" fontAlgn="base" hangingPunct="1">
        <a:spcBef>
          <a:spcPts val="750"/>
        </a:spcBef>
        <a:spcAft>
          <a:spcPct val="0"/>
        </a:spcAft>
        <a:defRPr sz="2200" b="1">
          <a:solidFill>
            <a:schemeClr val="tx1"/>
          </a:solidFill>
          <a:latin typeface="Arial" panose="020B0704020202020204" pitchFamily="34" charset="0"/>
        </a:defRPr>
      </a:lvl8pPr>
      <a:lvl9pPr marL="1828800" algn="l" defTabSz="685800" rtl="0" eaLnBrk="1" fontAlgn="base" hangingPunct="1">
        <a:spcBef>
          <a:spcPts val="750"/>
        </a:spcBef>
        <a:spcAft>
          <a:spcPct val="0"/>
        </a:spcAft>
        <a:defRPr sz="2200" b="1">
          <a:solidFill>
            <a:schemeClr val="tx1"/>
          </a:solidFill>
          <a:latin typeface="Arial" panose="020B0704020202020204" pitchFamily="34" charset="0"/>
        </a:defRPr>
      </a:lvl9pPr>
    </p:titleStyle>
    <p:bodyStyle>
      <a:lvl1pPr algn="l" defTabSz="685800" rtl="0" eaLnBrk="1" fontAlgn="base" hangingPunct="1">
        <a:lnSpc>
          <a:spcPct val="120000"/>
        </a:lnSpc>
        <a:spcBef>
          <a:spcPts val="750"/>
        </a:spcBef>
        <a:spcAft>
          <a:spcPct val="0"/>
        </a:spcAft>
        <a:buFont typeface="Arial" panose="020B0704020202020204" pitchFamily="34" charset="0"/>
        <a:defRPr sz="2000" i="0" kern="1200">
          <a:solidFill>
            <a:schemeClr val="tx2"/>
          </a:solidFill>
          <a:latin typeface="Microsoft Sans Serif" panose="020B0604020202020204" pitchFamily="34" charset="0"/>
          <a:ea typeface="+mn-ea"/>
          <a:cs typeface="Microsoft Sans Serif" panose="020B0604020202020204" pitchFamily="34" charset="0"/>
        </a:defRPr>
      </a:lvl1pPr>
      <a:lvl2pPr marL="557530" indent="-214630" algn="l" defTabSz="685800" rtl="0" eaLnBrk="1" fontAlgn="base" hangingPunct="1">
        <a:lnSpc>
          <a:spcPct val="120000"/>
        </a:lnSpc>
        <a:spcBef>
          <a:spcPts val="375"/>
        </a:spcBef>
        <a:spcAft>
          <a:spcPct val="0"/>
        </a:spcAft>
        <a:buSzPct val="100000"/>
        <a:buFont typeface="Arial" panose="020B0704020202020204" pitchFamily="34" charset="0"/>
        <a:buChar char="•"/>
        <a:defRPr sz="1800" i="0" kern="1200">
          <a:solidFill>
            <a:schemeClr val="tx2"/>
          </a:solidFill>
          <a:latin typeface="Microsoft Sans Serif" panose="020B0604020202020204" pitchFamily="34" charset="0"/>
          <a:ea typeface="+mn-ea"/>
          <a:cs typeface="Microsoft Sans Serif" panose="020B0604020202020204" pitchFamily="34" charset="0"/>
        </a:defRPr>
      </a:lvl2pPr>
      <a:lvl3pPr marL="900430" indent="-214630" algn="l" defTabSz="685800" rtl="0" eaLnBrk="1" fontAlgn="base" hangingPunct="1">
        <a:lnSpc>
          <a:spcPct val="120000"/>
        </a:lnSpc>
        <a:spcBef>
          <a:spcPts val="375"/>
        </a:spcBef>
        <a:spcAft>
          <a:spcPct val="0"/>
        </a:spcAft>
        <a:buSzPct val="100000"/>
        <a:buFont typeface="Arial" panose="020B0704020202020204" pitchFamily="34" charset="0"/>
        <a:buChar char="•"/>
        <a:defRPr sz="1600" i="0" kern="1200">
          <a:solidFill>
            <a:schemeClr val="tx2"/>
          </a:solidFill>
          <a:latin typeface="Microsoft Sans Serif" panose="020B0604020202020204" pitchFamily="34" charset="0"/>
          <a:ea typeface="+mn-ea"/>
          <a:cs typeface="Microsoft Sans Serif" panose="020B0604020202020204" pitchFamily="34" charset="0"/>
        </a:defRPr>
      </a:lvl3pPr>
      <a:lvl4pPr marL="1243330" indent="-214630" algn="l" defTabSz="685800" rtl="0" eaLnBrk="1" fontAlgn="base" hangingPunct="1">
        <a:lnSpc>
          <a:spcPct val="120000"/>
        </a:lnSpc>
        <a:spcBef>
          <a:spcPts val="375"/>
        </a:spcBef>
        <a:spcAft>
          <a:spcPct val="0"/>
        </a:spcAft>
        <a:buSzPct val="100000"/>
        <a:buFont typeface="Arial" panose="020B0704020202020204" pitchFamily="34" charset="0"/>
        <a:buChar char="•"/>
        <a:defRPr sz="1400" i="0" kern="1200">
          <a:solidFill>
            <a:schemeClr val="tx2"/>
          </a:solidFill>
          <a:latin typeface="Microsoft Sans Serif" panose="020B0604020202020204" pitchFamily="34" charset="0"/>
          <a:ea typeface="+mn-ea"/>
          <a:cs typeface="Microsoft Sans Serif" panose="020B0604020202020204" pitchFamily="34" charset="0"/>
        </a:defRPr>
      </a:lvl4pPr>
      <a:lvl5pPr marL="1586230" indent="-214630" algn="l" defTabSz="685800" rtl="0" eaLnBrk="1" fontAlgn="base" hangingPunct="1">
        <a:lnSpc>
          <a:spcPct val="120000"/>
        </a:lnSpc>
        <a:spcBef>
          <a:spcPts val="375"/>
        </a:spcBef>
        <a:spcAft>
          <a:spcPct val="0"/>
        </a:spcAft>
        <a:buSzPct val="100000"/>
        <a:buFont typeface="Arial" panose="020B0704020202020204" pitchFamily="34" charset="0"/>
        <a:buChar char="•"/>
        <a:defRPr sz="1200" i="0" kern="1200">
          <a:solidFill>
            <a:schemeClr val="tx2"/>
          </a:solidFill>
          <a:latin typeface="Microsoft Sans Serif" panose="020B0604020202020204" pitchFamily="34" charset="0"/>
          <a:ea typeface="+mn-ea"/>
          <a:cs typeface="Microsoft Sans Serif" panose="020B0604020202020204" pitchFamily="34" charset="0"/>
        </a:defRPr>
      </a:lvl5pPr>
      <a:lvl6pPr marL="1885950" indent="-171450" algn="l" defTabSz="685800" rtl="0" eaLnBrk="1" latinLnBrk="0" hangingPunct="1">
        <a:lnSpc>
          <a:spcPct val="90000"/>
        </a:lnSpc>
        <a:spcBef>
          <a:spcPts val="375"/>
        </a:spcBef>
        <a:buFont typeface="Arial" panose="020B07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7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7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7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1F4E8C"/>
        </a:solidFill>
        <a:effectLst/>
      </p:bgPr>
    </p:bg>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a:xfrm>
            <a:off x="585964" y="4172920"/>
            <a:ext cx="10895293" cy="832349"/>
          </a:xfrm>
          <a:noFill/>
        </p:spPr>
        <p:txBody>
          <a:bodyPr/>
          <a:lstStyle/>
          <a:p>
            <a:r>
              <a:rPr lang="en-US" altLang="zh-CN" sz="3200" dirty="0" err="1">
                <a:solidFill>
                  <a:srgbClr val="F5F8FC"/>
                </a:solidFill>
              </a:rPr>
              <a:t>Hanfeng</a:t>
            </a:r>
            <a:r>
              <a:rPr lang="en-US" altLang="zh-CN" sz="3200" dirty="0">
                <a:solidFill>
                  <a:srgbClr val="F5F8FC"/>
                </a:solidFill>
              </a:rPr>
              <a:t> Fei, Yujie Wang, Sihan Jiang</a:t>
            </a:r>
          </a:p>
        </p:txBody>
      </p:sp>
      <p:sp>
        <p:nvSpPr>
          <p:cNvPr id="3" name="Title 2"/>
          <p:cNvSpPr>
            <a:spLocks noGrp="1"/>
          </p:cNvSpPr>
          <p:nvPr>
            <p:ph type="title"/>
          </p:nvPr>
        </p:nvSpPr>
        <p:spPr>
          <a:xfrm>
            <a:off x="610503" y="1066800"/>
            <a:ext cx="11124297" cy="1600200"/>
          </a:xfrm>
        </p:spPr>
        <p:txBody>
          <a:bodyPr/>
          <a:lstStyle/>
          <a:p>
            <a:r>
              <a:rPr lang="en-US" sz="5400" b="1" dirty="0"/>
              <a:t>Does Retrieval-Augmented Generation Reduce Hallucinations in Medical QA?</a:t>
            </a:r>
          </a:p>
        </p:txBody>
      </p:sp>
      <p:sp>
        <p:nvSpPr>
          <p:cNvPr id="4" name="Text Placeholder 3"/>
          <p:cNvSpPr>
            <a:spLocks noGrp="1"/>
          </p:cNvSpPr>
          <p:nvPr>
            <p:ph type="body" sz="quarter" idx="16"/>
          </p:nvPr>
        </p:nvSpPr>
        <p:spPr>
          <a:xfrm>
            <a:off x="613086" y="4977916"/>
            <a:ext cx="10895293" cy="274320"/>
          </a:xfrm>
        </p:spPr>
        <p:txBody>
          <a:bodyPr/>
          <a:lstStyle/>
          <a:p>
            <a:r>
              <a:rPr lang="en-US" altLang="zh-CN" sz="2000" dirty="0">
                <a:solidFill>
                  <a:srgbClr val="D6E2F0"/>
                </a:solidFill>
              </a:rPr>
              <a:t>Tue</a:t>
            </a:r>
            <a:r>
              <a:rPr lang="en-US" sz="2000" dirty="0">
                <a:solidFill>
                  <a:srgbClr val="D6E2F0"/>
                </a:solidFill>
              </a:rPr>
              <a:t>, </a:t>
            </a:r>
            <a:r>
              <a:rPr lang="en-US" altLang="zh-CN" sz="2000" dirty="0">
                <a:solidFill>
                  <a:srgbClr val="D6E2F0"/>
                </a:solidFill>
              </a:rPr>
              <a:t>April</a:t>
            </a:r>
            <a:r>
              <a:rPr lang="en-US" sz="2000" dirty="0">
                <a:solidFill>
                  <a:srgbClr val="D6E2F0"/>
                </a:solidFill>
              </a:rPr>
              <a:t> </a:t>
            </a:r>
            <a:r>
              <a:rPr lang="en-US" altLang="zh-CN" sz="2000" dirty="0">
                <a:solidFill>
                  <a:srgbClr val="D6E2F0"/>
                </a:solidFill>
              </a:rPr>
              <a:t>22</a:t>
            </a:r>
            <a:r>
              <a:rPr lang="en-US" sz="2000" dirty="0">
                <a:solidFill>
                  <a:srgbClr val="D6E2F0"/>
                </a:solidFill>
              </a:rPr>
              <a:t>, 202</a:t>
            </a:r>
            <a:r>
              <a:rPr lang="en-US" altLang="zh-CN" sz="2000" dirty="0">
                <a:solidFill>
                  <a:srgbClr val="D6E2F0"/>
                </a:solidFill>
              </a:rPr>
              <a:t>6</a:t>
            </a:r>
            <a:endParaRPr lang="en-US" sz="2000" dirty="0">
              <a:solidFill>
                <a:srgbClr val="D6E2F0"/>
              </a:solidFill>
            </a:endParaRPr>
          </a:p>
        </p:txBody>
      </p:sp>
      <p:pic>
        <p:nvPicPr>
          <p:cNvPr id="1036" name="Picture 12" descr="Tuition Protection | Dewar Tuition Refund Pl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964" y="5786034"/>
            <a:ext cx="2771506" cy="4464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4C11764-C227-A88D-0D16-1B9A65085A4B}"/>
              </a:ext>
            </a:extLst>
          </p:cNvPr>
          <p:cNvSpPr txBox="1"/>
          <p:nvPr/>
        </p:nvSpPr>
        <p:spPr>
          <a:xfrm>
            <a:off x="4038600" y="2815503"/>
            <a:ext cx="4114800" cy="553998"/>
          </a:xfrm>
          <a:prstGeom prst="rect">
            <a:avLst/>
          </a:prstGeom>
          <a:noFill/>
        </p:spPr>
        <p:txBody>
          <a:bodyPr wrap="square">
            <a:spAutoFit/>
          </a:bodyPr>
          <a:lstStyle/>
          <a:p>
            <a:r>
              <a:rPr lang="en-US" altLang="zh-CN" sz="3000" dirty="0">
                <a:solidFill>
                  <a:srgbClr val="D6E2F0"/>
                </a:solidFill>
                <a:latin typeface="Times New Roman" panose="02020603050405020304" pitchFamily="18" charset="0"/>
                <a:cs typeface="Times New Roman" panose="02020603050405020304" pitchFamily="18" charset="0"/>
              </a:rPr>
              <a:t>CSPC</a:t>
            </a:r>
            <a:r>
              <a:rPr lang="zh-CN" altLang="en-US" sz="3000" dirty="0">
                <a:solidFill>
                  <a:srgbClr val="D6E2F0"/>
                </a:solidFill>
                <a:latin typeface="Times New Roman" panose="02020603050405020304" pitchFamily="18" charset="0"/>
                <a:cs typeface="Times New Roman" panose="02020603050405020304" pitchFamily="18" charset="0"/>
              </a:rPr>
              <a:t> </a:t>
            </a:r>
            <a:r>
              <a:rPr lang="en-US" altLang="zh-CN" sz="3000" dirty="0">
                <a:solidFill>
                  <a:srgbClr val="D6E2F0"/>
                </a:solidFill>
                <a:latin typeface="Times New Roman" panose="02020603050405020304" pitchFamily="18" charset="0"/>
                <a:cs typeface="Times New Roman" panose="02020603050405020304" pitchFamily="18" charset="0"/>
              </a:rPr>
              <a:t>5770</a:t>
            </a:r>
            <a:r>
              <a:rPr lang="zh-CN" altLang="en-US" sz="3000" dirty="0">
                <a:solidFill>
                  <a:srgbClr val="D6E2F0"/>
                </a:solidFill>
                <a:latin typeface="Times New Roman" panose="02020603050405020304" pitchFamily="18" charset="0"/>
                <a:cs typeface="Times New Roman" panose="02020603050405020304" pitchFamily="18" charset="0"/>
              </a:rPr>
              <a:t> </a:t>
            </a:r>
            <a:r>
              <a:rPr lang="en-US" altLang="zh-CN" sz="3000" dirty="0">
                <a:solidFill>
                  <a:srgbClr val="D6E2F0"/>
                </a:solidFill>
                <a:latin typeface="Times New Roman" panose="02020603050405020304" pitchFamily="18" charset="0"/>
                <a:cs typeface="Times New Roman" panose="02020603050405020304" pitchFamily="18" charset="0"/>
              </a:rPr>
              <a:t>Final</a:t>
            </a:r>
            <a:r>
              <a:rPr lang="zh-CN" altLang="en-US" sz="3000" dirty="0">
                <a:solidFill>
                  <a:srgbClr val="D6E2F0"/>
                </a:solidFill>
                <a:latin typeface="Times New Roman" panose="02020603050405020304" pitchFamily="18" charset="0"/>
                <a:cs typeface="Times New Roman" panose="02020603050405020304" pitchFamily="18" charset="0"/>
              </a:rPr>
              <a:t> </a:t>
            </a:r>
            <a:r>
              <a:rPr lang="en-US" altLang="zh-CN" sz="3000" dirty="0">
                <a:solidFill>
                  <a:srgbClr val="D6E2F0"/>
                </a:solidFill>
                <a:latin typeface="Times New Roman" panose="02020603050405020304" pitchFamily="18" charset="0"/>
                <a:cs typeface="Times New Roman" panose="02020603050405020304" pitchFamily="18" charset="0"/>
              </a:rPr>
              <a:t>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Google Shape;208;p29"/>
          <p:cNvSpPr txBox="1">
            <a:spLocks noChangeArrowheads="1"/>
          </p:cNvSpPr>
          <p:nvPr/>
        </p:nvSpPr>
        <p:spPr bwMode="auto">
          <a:xfrm>
            <a:off x="0" y="-27516"/>
            <a:ext cx="12192000" cy="764336"/>
          </a:xfrm>
          <a:prstGeom prst="rect">
            <a:avLst/>
          </a:prstGeom>
          <a:solidFill>
            <a:srgbClr val="1C458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spAutoFit/>
          </a:bodyPr>
          <a:lstStyle>
            <a:lvl1pPr>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1pPr>
            <a:lvl2pPr marL="742950" indent="-28575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2pPr>
            <a:lvl3pPr marL="1143000" indent="-22860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3pPr>
            <a:lvl4pPr marL="1600200" indent="-22860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4pPr>
            <a:lvl5pPr marL="2057400" indent="-22860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5pPr>
            <a:lvl6pPr marL="25146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6pPr>
            <a:lvl7pPr marL="29718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7pPr>
            <a:lvl8pPr marL="34290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8pPr>
            <a:lvl9pPr marL="38862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9pPr>
          </a:lstStyle>
          <a:p>
            <a:pPr algn="ctr" eaLnBrk="1" hangingPunct="1">
              <a:lnSpc>
                <a:spcPct val="115000"/>
              </a:lnSpc>
            </a:pPr>
            <a:r>
              <a:rPr lang="en-US" altLang="zh-CN" sz="3200" b="1" dirty="0">
                <a:solidFill>
                  <a:srgbClr val="FFFFFF"/>
                </a:solidFill>
              </a:rPr>
              <a:t>The Hallucination Gap in Medical QA</a:t>
            </a:r>
          </a:p>
        </p:txBody>
      </p:sp>
      <p:sp>
        <p:nvSpPr>
          <p:cNvPr id="2" name="Slide Number Placeholder 1"/>
          <p:cNvSpPr>
            <a:spLocks noGrp="1"/>
          </p:cNvSpPr>
          <p:nvPr>
            <p:ph type="sldNum" idx="12"/>
          </p:nvPr>
        </p:nvSpPr>
        <p:spPr/>
        <p:txBody>
          <a:bodyPr/>
          <a:lstStyle/>
          <a:p>
            <a:fld id="{00000000-1234-1234-1234-123412341234}" type="slidenum">
              <a:rPr lang="en-GB" smtClean="0"/>
              <a:t>2</a:t>
            </a:fld>
            <a:endParaRPr lang="en-GB"/>
          </a:p>
        </p:txBody>
      </p:sp>
      <p:sp>
        <p:nvSpPr>
          <p:cNvPr id="5" name="TextBox 4"/>
          <p:cNvSpPr txBox="1"/>
          <p:nvPr/>
        </p:nvSpPr>
        <p:spPr>
          <a:xfrm>
            <a:off x="973975" y="819197"/>
            <a:ext cx="10275570" cy="369332"/>
          </a:xfrm>
          <a:prstGeom prst="rect">
            <a:avLst/>
          </a:prstGeom>
          <a:noFill/>
        </p:spPr>
        <p:txBody>
          <a:bodyPr wrap="none" rtlCol="0">
            <a:spAutoFit/>
          </a:bodyPr>
          <a:lstStyle/>
          <a:p>
            <a:r>
              <a:rPr lang="en-US" sz="1800" dirty="0">
                <a:solidFill>
                  <a:schemeClr val="tx2"/>
                </a:solidFill>
                <a:latin typeface="+mn-lt"/>
              </a:rPr>
              <a:t>From hallucination-prone medical QA -&gt; retrieval-grounded generation and answer-level evaluation</a:t>
            </a:r>
          </a:p>
        </p:txBody>
      </p:sp>
      <p:cxnSp>
        <p:nvCxnSpPr>
          <p:cNvPr id="4" name="Straight Connector 3">
            <a:extLst>
              <a:ext uri="{FF2B5EF4-FFF2-40B4-BE49-F238E27FC236}">
                <a16:creationId xmlns:a16="http://schemas.microsoft.com/office/drawing/2014/main" id="{67E0E558-2E0C-AC7F-3C00-E460DE4FACB9}"/>
              </a:ext>
            </a:extLst>
          </p:cNvPr>
          <p:cNvCxnSpPr>
            <a:cxnSpLocks/>
          </p:cNvCxnSpPr>
          <p:nvPr/>
        </p:nvCxnSpPr>
        <p:spPr>
          <a:xfrm>
            <a:off x="0" y="3035531"/>
            <a:ext cx="6477000" cy="12469"/>
          </a:xfrm>
          <a:prstGeom prst="line">
            <a:avLst/>
          </a:prstGeom>
          <a:ln w="15875">
            <a:solidFill>
              <a:schemeClr val="bg2">
                <a:lumMod val="75000"/>
              </a:schemeClr>
            </a:solidFill>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69085D88-5468-4D86-01FD-4B9B92F2ADD4}"/>
              </a:ext>
            </a:extLst>
          </p:cNvPr>
          <p:cNvCxnSpPr>
            <a:cxnSpLocks/>
          </p:cNvCxnSpPr>
          <p:nvPr/>
        </p:nvCxnSpPr>
        <p:spPr>
          <a:xfrm>
            <a:off x="0" y="4800600"/>
            <a:ext cx="6477000" cy="0"/>
          </a:xfrm>
          <a:prstGeom prst="line">
            <a:avLst/>
          </a:prstGeom>
          <a:ln w="15875">
            <a:solidFill>
              <a:schemeClr val="bg2">
                <a:lumMod val="75000"/>
              </a:schemeClr>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589AC4D9-27DA-586D-F36C-B78A82C28CC9}"/>
              </a:ext>
            </a:extLst>
          </p:cNvPr>
          <p:cNvCxnSpPr>
            <a:cxnSpLocks/>
          </p:cNvCxnSpPr>
          <p:nvPr/>
        </p:nvCxnSpPr>
        <p:spPr>
          <a:xfrm>
            <a:off x="1888078" y="1206467"/>
            <a:ext cx="0" cy="5535956"/>
          </a:xfrm>
          <a:prstGeom prst="line">
            <a:avLst/>
          </a:prstGeom>
          <a:ln w="158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76FAD89-3187-A769-DFA7-A7B5B6995EFB}"/>
              </a:ext>
            </a:extLst>
          </p:cNvPr>
          <p:cNvCxnSpPr>
            <a:cxnSpLocks/>
          </p:cNvCxnSpPr>
          <p:nvPr/>
        </p:nvCxnSpPr>
        <p:spPr>
          <a:xfrm>
            <a:off x="6477000" y="1206467"/>
            <a:ext cx="0" cy="5535956"/>
          </a:xfrm>
          <a:prstGeom prst="line">
            <a:avLst/>
          </a:prstGeom>
          <a:ln w="158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D83209A-84A5-1AD2-E60B-3230A9BFCF1B}"/>
              </a:ext>
            </a:extLst>
          </p:cNvPr>
          <p:cNvSpPr txBox="1"/>
          <p:nvPr/>
        </p:nvSpPr>
        <p:spPr>
          <a:xfrm>
            <a:off x="310662" y="1754156"/>
            <a:ext cx="1752592" cy="707886"/>
          </a:xfrm>
          <a:prstGeom prst="rect">
            <a:avLst/>
          </a:prstGeom>
          <a:noFill/>
        </p:spPr>
        <p:txBody>
          <a:bodyPr wrap="square">
            <a:spAutoFit/>
          </a:bodyPr>
          <a:lstStyle/>
          <a:p>
            <a:r>
              <a:rPr lang="en-US" sz="2000" b="1" dirty="0">
                <a:latin typeface="+mn-lt"/>
              </a:rPr>
              <a:t>Core </a:t>
            </a:r>
          </a:p>
          <a:p>
            <a:r>
              <a:rPr lang="en-US" sz="2000" b="1" dirty="0">
                <a:latin typeface="+mn-lt"/>
              </a:rPr>
              <a:t>Problem</a:t>
            </a:r>
          </a:p>
        </p:txBody>
      </p:sp>
      <p:sp>
        <p:nvSpPr>
          <p:cNvPr id="17" name="TextBox 16">
            <a:extLst>
              <a:ext uri="{FF2B5EF4-FFF2-40B4-BE49-F238E27FC236}">
                <a16:creationId xmlns:a16="http://schemas.microsoft.com/office/drawing/2014/main" id="{0F3A1770-B2C4-9086-5AE9-18DF6CEAEC03}"/>
              </a:ext>
            </a:extLst>
          </p:cNvPr>
          <p:cNvSpPr txBox="1"/>
          <p:nvPr/>
        </p:nvSpPr>
        <p:spPr>
          <a:xfrm>
            <a:off x="304800" y="3504990"/>
            <a:ext cx="1752592" cy="707886"/>
          </a:xfrm>
          <a:prstGeom prst="rect">
            <a:avLst/>
          </a:prstGeom>
          <a:noFill/>
        </p:spPr>
        <p:txBody>
          <a:bodyPr wrap="square">
            <a:spAutoFit/>
          </a:bodyPr>
          <a:lstStyle/>
          <a:p>
            <a:r>
              <a:rPr lang="en-US" sz="2000" b="1" dirty="0">
                <a:latin typeface="+mn-lt"/>
              </a:rPr>
              <a:t>Project Motivation</a:t>
            </a:r>
          </a:p>
        </p:txBody>
      </p:sp>
      <p:sp>
        <p:nvSpPr>
          <p:cNvPr id="18" name="TextBox 17">
            <a:extLst>
              <a:ext uri="{FF2B5EF4-FFF2-40B4-BE49-F238E27FC236}">
                <a16:creationId xmlns:a16="http://schemas.microsoft.com/office/drawing/2014/main" id="{74D3A643-EF17-E500-6E2E-A05DE0BBD256}"/>
              </a:ext>
            </a:extLst>
          </p:cNvPr>
          <p:cNvSpPr txBox="1"/>
          <p:nvPr/>
        </p:nvSpPr>
        <p:spPr>
          <a:xfrm>
            <a:off x="277028" y="5321967"/>
            <a:ext cx="1752592" cy="707886"/>
          </a:xfrm>
          <a:prstGeom prst="rect">
            <a:avLst/>
          </a:prstGeom>
          <a:noFill/>
        </p:spPr>
        <p:txBody>
          <a:bodyPr wrap="square">
            <a:spAutoFit/>
          </a:bodyPr>
          <a:lstStyle/>
          <a:p>
            <a:r>
              <a:rPr lang="en-US" sz="2000" b="1" dirty="0">
                <a:latin typeface="+mn-lt"/>
              </a:rPr>
              <a:t>Prior Work Synthesis</a:t>
            </a:r>
          </a:p>
        </p:txBody>
      </p:sp>
      <p:sp>
        <p:nvSpPr>
          <p:cNvPr id="19" name="AutoShape 2" descr="Slide explaining the hallucination gap in medical AI, contrasting hallucinated versus grounded model outputs.">
            <a:extLst>
              <a:ext uri="{FF2B5EF4-FFF2-40B4-BE49-F238E27FC236}">
                <a16:creationId xmlns:a16="http://schemas.microsoft.com/office/drawing/2014/main" id="{68495AF6-D2D0-EBC2-AB84-7AC5043A649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2" name="Picture 21" descr="A diagram of a molecule&#10;&#10;AI-generated content may be incorrect.">
            <a:extLst>
              <a:ext uri="{FF2B5EF4-FFF2-40B4-BE49-F238E27FC236}">
                <a16:creationId xmlns:a16="http://schemas.microsoft.com/office/drawing/2014/main" id="{4A3D8729-EEFE-2DBF-E889-DBDDFF0CB02B}"/>
              </a:ext>
            </a:extLst>
          </p:cNvPr>
          <p:cNvPicPr>
            <a:picLocks noChangeAspect="1"/>
          </p:cNvPicPr>
          <p:nvPr/>
        </p:nvPicPr>
        <p:blipFill>
          <a:blip r:embed="rId3"/>
          <a:stretch>
            <a:fillRect/>
          </a:stretch>
        </p:blipFill>
        <p:spPr>
          <a:xfrm>
            <a:off x="6629404" y="2166439"/>
            <a:ext cx="5257797" cy="3015157"/>
          </a:xfrm>
          <a:prstGeom prst="rect">
            <a:avLst/>
          </a:prstGeom>
        </p:spPr>
      </p:pic>
      <p:sp>
        <p:nvSpPr>
          <p:cNvPr id="24" name="TextBox 23">
            <a:extLst>
              <a:ext uri="{FF2B5EF4-FFF2-40B4-BE49-F238E27FC236}">
                <a16:creationId xmlns:a16="http://schemas.microsoft.com/office/drawing/2014/main" id="{8479D5DF-2F6D-89C2-12D6-70C655BF87F4}"/>
              </a:ext>
            </a:extLst>
          </p:cNvPr>
          <p:cNvSpPr txBox="1"/>
          <p:nvPr/>
        </p:nvSpPr>
        <p:spPr>
          <a:xfrm>
            <a:off x="2029620" y="1474038"/>
            <a:ext cx="4218774" cy="1077218"/>
          </a:xfrm>
          <a:prstGeom prst="rect">
            <a:avLst/>
          </a:prstGeom>
          <a:noFill/>
        </p:spPr>
        <p:txBody>
          <a:bodyPr wrap="square">
            <a:spAutoFit/>
          </a:bodyPr>
          <a:lstStyle/>
          <a:p>
            <a:r>
              <a:rPr lang="en-US" sz="1600" dirty="0">
                <a:latin typeface="+mn-lt"/>
              </a:rPr>
              <a:t>General-purpose LLMs can generate fluent medical answers, but those answers may still be factually incorrect or unsupported, which is risky in high-stakes clinical settings.</a:t>
            </a:r>
          </a:p>
        </p:txBody>
      </p:sp>
      <p:sp>
        <p:nvSpPr>
          <p:cNvPr id="29" name="TextBox 28">
            <a:extLst>
              <a:ext uri="{FF2B5EF4-FFF2-40B4-BE49-F238E27FC236}">
                <a16:creationId xmlns:a16="http://schemas.microsoft.com/office/drawing/2014/main" id="{24CF7314-06DF-B8D6-31CF-24F6E35C85A4}"/>
              </a:ext>
            </a:extLst>
          </p:cNvPr>
          <p:cNvSpPr txBox="1"/>
          <p:nvPr/>
        </p:nvSpPr>
        <p:spPr>
          <a:xfrm>
            <a:off x="2023662" y="3258030"/>
            <a:ext cx="4300932" cy="1323439"/>
          </a:xfrm>
          <a:prstGeom prst="rect">
            <a:avLst/>
          </a:prstGeom>
          <a:noFill/>
        </p:spPr>
        <p:txBody>
          <a:bodyPr wrap="square">
            <a:spAutoFit/>
          </a:bodyPr>
          <a:lstStyle/>
          <a:p>
            <a:r>
              <a:rPr lang="en-US" sz="1600" dirty="0">
                <a:latin typeface="+mn-lt"/>
              </a:rPr>
              <a:t>RAG can improve factual grounding by bringing in external medical evidence, but hallucinations still persist, especially when retrieval is noisy or evidence is not tightly linked to the final answer.</a:t>
            </a:r>
          </a:p>
        </p:txBody>
      </p:sp>
      <p:sp>
        <p:nvSpPr>
          <p:cNvPr id="30" name="TextBox 29">
            <a:extLst>
              <a:ext uri="{FF2B5EF4-FFF2-40B4-BE49-F238E27FC236}">
                <a16:creationId xmlns:a16="http://schemas.microsoft.com/office/drawing/2014/main" id="{BDB113DC-56AB-8AE4-A57F-45B61A9B1B15}"/>
              </a:ext>
            </a:extLst>
          </p:cNvPr>
          <p:cNvSpPr txBox="1"/>
          <p:nvPr/>
        </p:nvSpPr>
        <p:spPr>
          <a:xfrm>
            <a:off x="2057392" y="5019732"/>
            <a:ext cx="4190998" cy="1569660"/>
          </a:xfrm>
          <a:prstGeom prst="rect">
            <a:avLst/>
          </a:prstGeom>
          <a:noFill/>
        </p:spPr>
        <p:txBody>
          <a:bodyPr wrap="square">
            <a:spAutoFit/>
          </a:bodyPr>
          <a:lstStyle/>
          <a:p>
            <a:r>
              <a:rPr lang="en-US" sz="1600" dirty="0">
                <a:latin typeface="+mn-lt"/>
              </a:rPr>
              <a:t>We build on </a:t>
            </a:r>
            <a:r>
              <a:rPr lang="en-US" sz="1600" b="1" dirty="0" err="1">
                <a:latin typeface="+mn-lt"/>
              </a:rPr>
              <a:t>MedRAG</a:t>
            </a:r>
            <a:r>
              <a:rPr lang="en-US" sz="1600" dirty="0">
                <a:latin typeface="+mn-lt"/>
              </a:rPr>
              <a:t>, a medical RAG framework that combines retrieval and generation for biomedical QA.</a:t>
            </a:r>
          </a:p>
          <a:p>
            <a:r>
              <a:rPr lang="en-US" sz="1600" dirty="0">
                <a:latin typeface="+mn-lt"/>
              </a:rPr>
              <a:t>However, its default pipeline uses a fixed retrieval depth and does not explicitly adapt retrieval volume to question complexity.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5ACA0-D1AC-61A0-4E85-B3DCCCA20558}"/>
            </a:ext>
          </a:extLst>
        </p:cNvPr>
        <p:cNvGrpSpPr/>
        <p:nvPr/>
      </p:nvGrpSpPr>
      <p:grpSpPr>
        <a:xfrm>
          <a:off x="0" y="0"/>
          <a:ext cx="0" cy="0"/>
          <a:chOff x="0" y="0"/>
          <a:chExt cx="0" cy="0"/>
        </a:xfrm>
      </p:grpSpPr>
      <p:pic>
        <p:nvPicPr>
          <p:cNvPr id="57" name="Picture 56">
            <a:extLst>
              <a:ext uri="{FF2B5EF4-FFF2-40B4-BE49-F238E27FC236}">
                <a16:creationId xmlns:a16="http://schemas.microsoft.com/office/drawing/2014/main" id="{FC3C35DF-FFFF-25D6-47AA-7B72ABB5781D}"/>
              </a:ext>
            </a:extLst>
          </p:cNvPr>
          <p:cNvPicPr>
            <a:picLocks noChangeAspect="1"/>
          </p:cNvPicPr>
          <p:nvPr/>
        </p:nvPicPr>
        <p:blipFill>
          <a:blip r:embed="rId3"/>
          <a:stretch>
            <a:fillRect/>
          </a:stretch>
        </p:blipFill>
        <p:spPr>
          <a:xfrm>
            <a:off x="5968744" y="824981"/>
            <a:ext cx="6189956" cy="5684223"/>
          </a:xfrm>
          <a:prstGeom prst="rect">
            <a:avLst/>
          </a:prstGeom>
        </p:spPr>
      </p:pic>
      <p:sp>
        <p:nvSpPr>
          <p:cNvPr id="19" name="Rounded Rectangle 18">
            <a:extLst>
              <a:ext uri="{FF2B5EF4-FFF2-40B4-BE49-F238E27FC236}">
                <a16:creationId xmlns:a16="http://schemas.microsoft.com/office/drawing/2014/main" id="{278F4B90-4201-1E2C-242E-8726E9008261}"/>
              </a:ext>
            </a:extLst>
          </p:cNvPr>
          <p:cNvSpPr/>
          <p:nvPr/>
        </p:nvSpPr>
        <p:spPr>
          <a:xfrm>
            <a:off x="303320" y="2447895"/>
            <a:ext cx="5559536" cy="121920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86" name="Google Shape;208;p29">
            <a:extLst>
              <a:ext uri="{FF2B5EF4-FFF2-40B4-BE49-F238E27FC236}">
                <a16:creationId xmlns:a16="http://schemas.microsoft.com/office/drawing/2014/main" id="{15703AA6-D496-892E-5578-7FF6CF4F6CE3}"/>
              </a:ext>
            </a:extLst>
          </p:cNvPr>
          <p:cNvSpPr txBox="1">
            <a:spLocks noChangeArrowheads="1"/>
          </p:cNvSpPr>
          <p:nvPr/>
        </p:nvSpPr>
        <p:spPr bwMode="auto">
          <a:xfrm>
            <a:off x="0" y="-27516"/>
            <a:ext cx="12192000" cy="699575"/>
          </a:xfrm>
          <a:prstGeom prst="rect">
            <a:avLst/>
          </a:prstGeom>
          <a:solidFill>
            <a:srgbClr val="1C458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spAutoFit/>
          </a:bodyPr>
          <a:lstStyle>
            <a:lvl1pPr>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1pPr>
            <a:lvl2pPr marL="742950" indent="-28575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2pPr>
            <a:lvl3pPr marL="1143000" indent="-22860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3pPr>
            <a:lvl4pPr marL="1600200" indent="-22860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4pPr>
            <a:lvl5pPr marL="2057400" indent="-22860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5pPr>
            <a:lvl6pPr marL="25146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6pPr>
            <a:lvl7pPr marL="29718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7pPr>
            <a:lvl8pPr marL="34290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8pPr>
            <a:lvl9pPr marL="38862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9pPr>
          </a:lstStyle>
          <a:p>
            <a:pPr algn="ctr" eaLnBrk="1" hangingPunct="1">
              <a:lnSpc>
                <a:spcPct val="115000"/>
              </a:lnSpc>
            </a:pPr>
            <a:r>
              <a:rPr lang="en-US" altLang="zh-CN" sz="2800" b="1" dirty="0">
                <a:solidFill>
                  <a:srgbClr val="FFFFFF"/>
                </a:solidFill>
              </a:rPr>
              <a:t>Methods and Approach</a:t>
            </a:r>
          </a:p>
        </p:txBody>
      </p:sp>
      <p:sp>
        <p:nvSpPr>
          <p:cNvPr id="2" name="Slide Number Placeholder 1">
            <a:extLst>
              <a:ext uri="{FF2B5EF4-FFF2-40B4-BE49-F238E27FC236}">
                <a16:creationId xmlns:a16="http://schemas.microsoft.com/office/drawing/2014/main" id="{96FAF374-D972-06C0-98FD-17BFC3E50AE1}"/>
              </a:ext>
            </a:extLst>
          </p:cNvPr>
          <p:cNvSpPr>
            <a:spLocks noGrp="1"/>
          </p:cNvSpPr>
          <p:nvPr>
            <p:ph type="sldNum" idx="12"/>
          </p:nvPr>
        </p:nvSpPr>
        <p:spPr/>
        <p:txBody>
          <a:bodyPr/>
          <a:lstStyle/>
          <a:p>
            <a:fld id="{00000000-1234-1234-1234-123412341234}" type="slidenum">
              <a:rPr lang="en-GB" smtClean="0"/>
              <a:t>3</a:t>
            </a:fld>
            <a:endParaRPr lang="en-GB"/>
          </a:p>
        </p:txBody>
      </p:sp>
      <p:cxnSp>
        <p:nvCxnSpPr>
          <p:cNvPr id="3" name="Straight Connector 2">
            <a:extLst>
              <a:ext uri="{FF2B5EF4-FFF2-40B4-BE49-F238E27FC236}">
                <a16:creationId xmlns:a16="http://schemas.microsoft.com/office/drawing/2014/main" id="{BC2DAFEC-4CFA-DADE-5128-C4A9F3448424}"/>
              </a:ext>
            </a:extLst>
          </p:cNvPr>
          <p:cNvCxnSpPr>
            <a:cxnSpLocks/>
          </p:cNvCxnSpPr>
          <p:nvPr/>
        </p:nvCxnSpPr>
        <p:spPr>
          <a:xfrm>
            <a:off x="5934061" y="723011"/>
            <a:ext cx="0" cy="6109803"/>
          </a:xfrm>
          <a:prstGeom prst="line">
            <a:avLst/>
          </a:prstGeom>
          <a:ln w="158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B369CF7-D79E-B4F9-4920-03BCB52AC7FD}"/>
              </a:ext>
            </a:extLst>
          </p:cNvPr>
          <p:cNvSpPr txBox="1"/>
          <p:nvPr/>
        </p:nvSpPr>
        <p:spPr>
          <a:xfrm>
            <a:off x="314802" y="3667094"/>
            <a:ext cx="5688317" cy="320087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Our Approach</a:t>
            </a:r>
            <a:endParaRPr lang="en-US" sz="20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Using GPT-4o, we evaluated all four conditions on four medical QA datasets—</a:t>
            </a:r>
            <a:r>
              <a:rPr lang="en-US" dirty="0" err="1">
                <a:latin typeface="Times New Roman" panose="02020603050405020304" pitchFamily="18" charset="0"/>
                <a:cs typeface="Times New Roman" panose="02020603050405020304" pitchFamily="18" charset="0"/>
              </a:rPr>
              <a:t>MedQA</a:t>
            </a:r>
            <a:r>
              <a:rPr lang="en-US" dirty="0">
                <a:latin typeface="Times New Roman" panose="02020603050405020304" pitchFamily="18" charset="0"/>
                <a:cs typeface="Times New Roman" panose="02020603050405020304" pitchFamily="18" charset="0"/>
              </a:rPr>
              <a:t>-US(</a:t>
            </a:r>
            <a:r>
              <a:rPr lang="en-US" dirty="0"/>
              <a:t>options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PubMedQA</a:t>
            </a:r>
            <a:r>
              <a:rPr lang="en-US" dirty="0">
                <a:latin typeface="Times New Roman" panose="02020603050405020304" pitchFamily="18" charset="0"/>
                <a:cs typeface="Times New Roman" panose="02020603050405020304" pitchFamily="18" charset="0"/>
              </a:rPr>
              <a:t>(</a:t>
            </a:r>
            <a:r>
              <a:rPr lang="en-US" dirty="0"/>
              <a:t>yes/no/maybe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BioASQ</a:t>
            </a:r>
            <a:r>
              <a:rPr lang="en-US" dirty="0"/>
              <a:t>(factoids)</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MediQA</a:t>
            </a:r>
            <a:r>
              <a:rPr lang="en-US" dirty="0">
                <a:latin typeface="Times New Roman" panose="02020603050405020304" pitchFamily="18" charset="0"/>
                <a:cs typeface="Times New Roman" panose="02020603050405020304" pitchFamily="18" charset="0"/>
              </a:rPr>
              <a:t>(</a:t>
            </a:r>
            <a:r>
              <a:rPr lang="en-US" dirty="0"/>
              <a:t>open response style matching)</a:t>
            </a:r>
            <a:r>
              <a:rPr lang="en-US" dirty="0">
                <a:latin typeface="Times New Roman" panose="02020603050405020304" pitchFamily="18" charset="0"/>
                <a:cs typeface="Times New Roman" panose="02020603050405020304" pitchFamily="18" charset="0"/>
              </a:rPr>
              <a:t>—with about 250 questions per dataset (~1,000 total examples).</a:t>
            </a:r>
          </a:p>
          <a:p>
            <a:endParaRPr lang="en-US"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Evaluation</a:t>
            </a: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Objective QA: accuracy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Subjective QA: </a:t>
            </a:r>
            <a:r>
              <a:rPr lang="en-US" dirty="0" err="1">
                <a:latin typeface="Times New Roman" panose="02020603050405020304" pitchFamily="18" charset="0"/>
                <a:cs typeface="Times New Roman" panose="02020603050405020304" pitchFamily="18" charset="0"/>
              </a:rPr>
              <a:t>BERTScore</a:t>
            </a:r>
            <a:r>
              <a:rPr lang="en-US" dirty="0">
                <a:latin typeface="Times New Roman" panose="02020603050405020304" pitchFamily="18" charset="0"/>
                <a:cs typeface="Times New Roman" panose="02020603050405020304" pitchFamily="18" charset="0"/>
              </a:rPr>
              <a:t> F1</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Hallucination: answer-level judgment</a:t>
            </a:r>
          </a:p>
        </p:txBody>
      </p:sp>
      <p:sp>
        <p:nvSpPr>
          <p:cNvPr id="23" name="TextBox 22">
            <a:extLst>
              <a:ext uri="{FF2B5EF4-FFF2-40B4-BE49-F238E27FC236}">
                <a16:creationId xmlns:a16="http://schemas.microsoft.com/office/drawing/2014/main" id="{099A7D71-412B-74F8-FF22-7880DF93AEB8}"/>
              </a:ext>
            </a:extLst>
          </p:cNvPr>
          <p:cNvSpPr txBox="1"/>
          <p:nvPr/>
        </p:nvSpPr>
        <p:spPr>
          <a:xfrm>
            <a:off x="374526" y="2435988"/>
            <a:ext cx="5559535" cy="1231106"/>
          </a:xfrm>
          <a:prstGeom prst="rect">
            <a:avLst/>
          </a:prstGeom>
          <a:noFill/>
        </p:spPr>
        <p:txBody>
          <a:bodyPr wrap="square">
            <a:spAutoFit/>
          </a:bodyPr>
          <a:lstStyle/>
          <a:p>
            <a:pPr>
              <a:buNone/>
            </a:pPr>
            <a:r>
              <a:rPr lang="en-US" sz="2000" b="1" dirty="0" err="1">
                <a:latin typeface="Times New Roman" panose="02020603050405020304" pitchFamily="18" charset="0"/>
                <a:cs typeface="Times New Roman" panose="02020603050405020304" pitchFamily="18" charset="0"/>
              </a:rPr>
              <a:t>MedRAG</a:t>
            </a:r>
            <a:r>
              <a:rPr lang="en-US" sz="2000" b="1" dirty="0">
                <a:latin typeface="Times New Roman" panose="02020603050405020304" pitchFamily="18" charset="0"/>
                <a:cs typeface="Times New Roman" panose="02020603050405020304" pitchFamily="18" charset="0"/>
              </a:rPr>
              <a:t> Modifications</a:t>
            </a:r>
            <a:endParaRPr lang="en-US" sz="20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Adaptive-k retrieval based on query complexity</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Citation-aware generation with structured prompting</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Safer snippet extraction in the retrieval pipeline</a:t>
            </a:r>
          </a:p>
        </p:txBody>
      </p:sp>
      <p:sp>
        <p:nvSpPr>
          <p:cNvPr id="25" name="TextBox 24">
            <a:extLst>
              <a:ext uri="{FF2B5EF4-FFF2-40B4-BE49-F238E27FC236}">
                <a16:creationId xmlns:a16="http://schemas.microsoft.com/office/drawing/2014/main" id="{015FEE63-D529-8B00-19EF-C1ADB109AF37}"/>
              </a:ext>
            </a:extLst>
          </p:cNvPr>
          <p:cNvSpPr txBox="1"/>
          <p:nvPr/>
        </p:nvSpPr>
        <p:spPr>
          <a:xfrm>
            <a:off x="304800" y="616902"/>
            <a:ext cx="6100996" cy="1508105"/>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Methods Explored</a:t>
            </a: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Baseline prompting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Chain-of-Thought prompting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Meta prompting</a:t>
            </a:r>
          </a:p>
          <a:p>
            <a:pPr marL="285750" indent="-285750">
              <a:buFont typeface="Arial" panose="020B0604020202020204" pitchFamily="34" charset="0"/>
              <a:buChar char="•"/>
            </a:pPr>
            <a:r>
              <a:rPr lang="en-US" u="sng" dirty="0" err="1">
                <a:latin typeface="Times New Roman" panose="02020603050405020304" pitchFamily="18" charset="0"/>
                <a:cs typeface="Times New Roman" panose="02020603050405020304" pitchFamily="18" charset="0"/>
              </a:rPr>
              <a:t>MedRAG</a:t>
            </a:r>
            <a:r>
              <a:rPr lang="en-US" u="sng" dirty="0">
                <a:latin typeface="Times New Roman" panose="02020603050405020304" pitchFamily="18" charset="0"/>
                <a:cs typeface="Times New Roman" panose="02020603050405020304" pitchFamily="18" charset="0"/>
              </a:rPr>
              <a:t>-based RAG</a:t>
            </a:r>
            <a:endParaRPr lang="en-US" u="sng" dirty="0"/>
          </a:p>
        </p:txBody>
      </p:sp>
      <p:cxnSp>
        <p:nvCxnSpPr>
          <p:cNvPr id="55" name="直接箭头连接符 36">
            <a:extLst>
              <a:ext uri="{FF2B5EF4-FFF2-40B4-BE49-F238E27FC236}">
                <a16:creationId xmlns:a16="http://schemas.microsoft.com/office/drawing/2014/main" id="{35F0C65D-DD6B-B7E4-187E-DE1C896E86C9}"/>
              </a:ext>
            </a:extLst>
          </p:cNvPr>
          <p:cNvCxnSpPr/>
          <p:nvPr/>
        </p:nvCxnSpPr>
        <p:spPr>
          <a:xfrm flipH="1">
            <a:off x="988457" y="2079599"/>
            <a:ext cx="2163" cy="325435"/>
          </a:xfrm>
          <a:prstGeom prst="straightConnector1">
            <a:avLst/>
          </a:prstGeom>
          <a:ln w="57150">
            <a:solidFill>
              <a:srgbClr val="1C4587"/>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4852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012F7-A7B5-74B3-9DE4-0616EC4BC884}"/>
            </a:ext>
          </a:extLst>
        </p:cNvPr>
        <p:cNvGrpSpPr/>
        <p:nvPr/>
      </p:nvGrpSpPr>
      <p:grpSpPr>
        <a:xfrm>
          <a:off x="0" y="0"/>
          <a:ext cx="0" cy="0"/>
          <a:chOff x="0" y="0"/>
          <a:chExt cx="0" cy="0"/>
        </a:xfrm>
      </p:grpSpPr>
      <p:sp>
        <p:nvSpPr>
          <p:cNvPr id="41986" name="Google Shape;208;p29">
            <a:extLst>
              <a:ext uri="{FF2B5EF4-FFF2-40B4-BE49-F238E27FC236}">
                <a16:creationId xmlns:a16="http://schemas.microsoft.com/office/drawing/2014/main" id="{47A40B31-C705-E7EF-5CD2-4AAFE222B967}"/>
              </a:ext>
            </a:extLst>
          </p:cNvPr>
          <p:cNvSpPr txBox="1">
            <a:spLocks noChangeArrowheads="1"/>
          </p:cNvSpPr>
          <p:nvPr/>
        </p:nvSpPr>
        <p:spPr bwMode="auto">
          <a:xfrm>
            <a:off x="0" y="-27516"/>
            <a:ext cx="12192000" cy="699510"/>
          </a:xfrm>
          <a:prstGeom prst="rect">
            <a:avLst/>
          </a:prstGeom>
          <a:solidFill>
            <a:srgbClr val="1C458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spAutoFit/>
          </a:bodyPr>
          <a:lstStyle>
            <a:lvl1pPr>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1pPr>
            <a:lvl2pPr marL="742950" indent="-28575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2pPr>
            <a:lvl3pPr marL="1143000" indent="-22860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3pPr>
            <a:lvl4pPr marL="1600200" indent="-22860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4pPr>
            <a:lvl5pPr marL="2057400" indent="-22860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5pPr>
            <a:lvl6pPr marL="25146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6pPr>
            <a:lvl7pPr marL="29718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7pPr>
            <a:lvl8pPr marL="34290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8pPr>
            <a:lvl9pPr marL="38862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9pPr>
          </a:lstStyle>
          <a:p>
            <a:pPr algn="ctr" eaLnBrk="1" hangingPunct="1">
              <a:lnSpc>
                <a:spcPct val="115000"/>
              </a:lnSpc>
            </a:pPr>
            <a:r>
              <a:rPr lang="en-US" altLang="zh-CN" sz="2800" b="1" dirty="0">
                <a:solidFill>
                  <a:srgbClr val="FFFFFF"/>
                </a:solidFill>
              </a:rPr>
              <a:t>Results: Accuracy</a:t>
            </a:r>
          </a:p>
        </p:txBody>
      </p:sp>
      <p:sp>
        <p:nvSpPr>
          <p:cNvPr id="2" name="Slide Number Placeholder 1">
            <a:extLst>
              <a:ext uri="{FF2B5EF4-FFF2-40B4-BE49-F238E27FC236}">
                <a16:creationId xmlns:a16="http://schemas.microsoft.com/office/drawing/2014/main" id="{9A4889DC-5082-D327-B2EF-D432D3F5D7D8}"/>
              </a:ext>
            </a:extLst>
          </p:cNvPr>
          <p:cNvSpPr>
            <a:spLocks noGrp="1"/>
          </p:cNvSpPr>
          <p:nvPr>
            <p:ph type="sldNum" idx="12"/>
          </p:nvPr>
        </p:nvSpPr>
        <p:spPr/>
        <p:txBody>
          <a:bodyPr/>
          <a:lstStyle/>
          <a:p>
            <a:fld id="{00000000-1234-1234-1234-123412341234}" type="slidenum">
              <a:rPr lang="en-GB" smtClean="0"/>
              <a:t>4</a:t>
            </a:fld>
            <a:endParaRPr lang="en-GB"/>
          </a:p>
        </p:txBody>
      </p:sp>
      <p:pic>
        <p:nvPicPr>
          <p:cNvPr id="4" name="Picture 3">
            <a:extLst>
              <a:ext uri="{FF2B5EF4-FFF2-40B4-BE49-F238E27FC236}">
                <a16:creationId xmlns:a16="http://schemas.microsoft.com/office/drawing/2014/main" id="{3C9A0D1C-A934-EE1F-D5F0-2360E8C0C402}"/>
              </a:ext>
            </a:extLst>
          </p:cNvPr>
          <p:cNvPicPr>
            <a:picLocks noChangeAspect="1"/>
          </p:cNvPicPr>
          <p:nvPr/>
        </p:nvPicPr>
        <p:blipFill>
          <a:blip r:embed="rId3"/>
          <a:stretch>
            <a:fillRect/>
          </a:stretch>
        </p:blipFill>
        <p:spPr>
          <a:xfrm>
            <a:off x="990599" y="1143000"/>
            <a:ext cx="9718495" cy="4572000"/>
          </a:xfrm>
          <a:prstGeom prst="rect">
            <a:avLst/>
          </a:prstGeom>
        </p:spPr>
      </p:pic>
    </p:spTree>
    <p:extLst>
      <p:ext uri="{BB962C8B-B14F-4D97-AF65-F5344CB8AC3E}">
        <p14:creationId xmlns:p14="http://schemas.microsoft.com/office/powerpoint/2010/main" val="2590074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0BC7B-1ECF-8C6D-81F9-5C43329E2276}"/>
            </a:ext>
          </a:extLst>
        </p:cNvPr>
        <p:cNvGrpSpPr/>
        <p:nvPr/>
      </p:nvGrpSpPr>
      <p:grpSpPr>
        <a:xfrm>
          <a:off x="0" y="0"/>
          <a:ext cx="0" cy="0"/>
          <a:chOff x="0" y="0"/>
          <a:chExt cx="0" cy="0"/>
        </a:xfrm>
      </p:grpSpPr>
      <p:sp>
        <p:nvSpPr>
          <p:cNvPr id="41986" name="Google Shape;208;p29">
            <a:extLst>
              <a:ext uri="{FF2B5EF4-FFF2-40B4-BE49-F238E27FC236}">
                <a16:creationId xmlns:a16="http://schemas.microsoft.com/office/drawing/2014/main" id="{2B4EBA02-A8EF-6293-A28F-1E77240D9E0D}"/>
              </a:ext>
            </a:extLst>
          </p:cNvPr>
          <p:cNvSpPr txBox="1">
            <a:spLocks noChangeArrowheads="1"/>
          </p:cNvSpPr>
          <p:nvPr/>
        </p:nvSpPr>
        <p:spPr bwMode="auto">
          <a:xfrm>
            <a:off x="0" y="-27516"/>
            <a:ext cx="12192000" cy="699510"/>
          </a:xfrm>
          <a:prstGeom prst="rect">
            <a:avLst/>
          </a:prstGeom>
          <a:solidFill>
            <a:srgbClr val="1C458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spAutoFit/>
          </a:bodyPr>
          <a:lstStyle>
            <a:lvl1pPr>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1pPr>
            <a:lvl2pPr marL="742950" indent="-28575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2pPr>
            <a:lvl3pPr marL="1143000" indent="-22860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3pPr>
            <a:lvl4pPr marL="1600200" indent="-22860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4pPr>
            <a:lvl5pPr marL="2057400" indent="-22860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5pPr>
            <a:lvl6pPr marL="25146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6pPr>
            <a:lvl7pPr marL="29718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7pPr>
            <a:lvl8pPr marL="34290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8pPr>
            <a:lvl9pPr marL="38862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9pPr>
          </a:lstStyle>
          <a:p>
            <a:pPr algn="ctr" eaLnBrk="1" hangingPunct="1">
              <a:lnSpc>
                <a:spcPct val="115000"/>
              </a:lnSpc>
            </a:pPr>
            <a:r>
              <a:rPr lang="en-US" altLang="zh-CN" sz="2800" b="1" dirty="0">
                <a:solidFill>
                  <a:srgbClr val="FFFFFF"/>
                </a:solidFill>
              </a:rPr>
              <a:t>Results: Hallucination</a:t>
            </a:r>
          </a:p>
        </p:txBody>
      </p:sp>
      <p:sp>
        <p:nvSpPr>
          <p:cNvPr id="2" name="Slide Number Placeholder 1">
            <a:extLst>
              <a:ext uri="{FF2B5EF4-FFF2-40B4-BE49-F238E27FC236}">
                <a16:creationId xmlns:a16="http://schemas.microsoft.com/office/drawing/2014/main" id="{3790F0C2-1FCE-9463-A97E-E21642FD3C08}"/>
              </a:ext>
            </a:extLst>
          </p:cNvPr>
          <p:cNvSpPr>
            <a:spLocks noGrp="1"/>
          </p:cNvSpPr>
          <p:nvPr>
            <p:ph type="sldNum" idx="12"/>
          </p:nvPr>
        </p:nvSpPr>
        <p:spPr/>
        <p:txBody>
          <a:bodyPr/>
          <a:lstStyle/>
          <a:p>
            <a:fld id="{00000000-1234-1234-1234-123412341234}" type="slidenum">
              <a:rPr lang="en-GB" smtClean="0"/>
              <a:t>5</a:t>
            </a:fld>
            <a:endParaRPr lang="en-GB"/>
          </a:p>
        </p:txBody>
      </p:sp>
      <p:pic>
        <p:nvPicPr>
          <p:cNvPr id="5" name="Picture 4">
            <a:extLst>
              <a:ext uri="{FF2B5EF4-FFF2-40B4-BE49-F238E27FC236}">
                <a16:creationId xmlns:a16="http://schemas.microsoft.com/office/drawing/2014/main" id="{D273B6EC-60F4-6E6E-3F29-383013E2802A}"/>
              </a:ext>
            </a:extLst>
          </p:cNvPr>
          <p:cNvPicPr>
            <a:picLocks noChangeAspect="1"/>
          </p:cNvPicPr>
          <p:nvPr/>
        </p:nvPicPr>
        <p:blipFill>
          <a:blip r:embed="rId3"/>
          <a:stretch>
            <a:fillRect/>
          </a:stretch>
        </p:blipFill>
        <p:spPr>
          <a:xfrm>
            <a:off x="2483554" y="4038600"/>
            <a:ext cx="7224892" cy="1828800"/>
          </a:xfrm>
          <a:prstGeom prst="rect">
            <a:avLst/>
          </a:prstGeom>
        </p:spPr>
      </p:pic>
      <p:pic>
        <p:nvPicPr>
          <p:cNvPr id="8" name="Picture 7" descr="A graph of different colored bars&#10;&#10;AI-generated content may be incorrect.">
            <a:extLst>
              <a:ext uri="{FF2B5EF4-FFF2-40B4-BE49-F238E27FC236}">
                <a16:creationId xmlns:a16="http://schemas.microsoft.com/office/drawing/2014/main" id="{DDF21168-D000-5560-ACC8-18FC396041CE}"/>
              </a:ext>
            </a:extLst>
          </p:cNvPr>
          <p:cNvPicPr>
            <a:picLocks noChangeAspect="1"/>
          </p:cNvPicPr>
          <p:nvPr/>
        </p:nvPicPr>
        <p:blipFill>
          <a:blip r:embed="rId4"/>
          <a:stretch>
            <a:fillRect/>
          </a:stretch>
        </p:blipFill>
        <p:spPr>
          <a:xfrm>
            <a:off x="0" y="682880"/>
            <a:ext cx="6406637" cy="3203319"/>
          </a:xfrm>
          <a:prstGeom prst="rect">
            <a:avLst/>
          </a:prstGeom>
        </p:spPr>
      </p:pic>
      <p:pic>
        <p:nvPicPr>
          <p:cNvPr id="10" name="Picture 9" descr="A graph of different colored bars&#10;&#10;AI-generated content may be incorrect.">
            <a:extLst>
              <a:ext uri="{FF2B5EF4-FFF2-40B4-BE49-F238E27FC236}">
                <a16:creationId xmlns:a16="http://schemas.microsoft.com/office/drawing/2014/main" id="{96C4FA41-2A9B-C416-FF37-3BC7CF53C5F7}"/>
              </a:ext>
            </a:extLst>
          </p:cNvPr>
          <p:cNvPicPr>
            <a:picLocks noChangeAspect="1"/>
          </p:cNvPicPr>
          <p:nvPr/>
        </p:nvPicPr>
        <p:blipFill>
          <a:blip r:embed="rId5"/>
          <a:stretch>
            <a:fillRect/>
          </a:stretch>
        </p:blipFill>
        <p:spPr>
          <a:xfrm>
            <a:off x="6096000" y="707781"/>
            <a:ext cx="6356836" cy="3178418"/>
          </a:xfrm>
          <a:prstGeom prst="rect">
            <a:avLst/>
          </a:prstGeom>
        </p:spPr>
      </p:pic>
    </p:spTree>
    <p:extLst>
      <p:ext uri="{BB962C8B-B14F-4D97-AF65-F5344CB8AC3E}">
        <p14:creationId xmlns:p14="http://schemas.microsoft.com/office/powerpoint/2010/main" val="3227487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12F62-7427-0D6D-D686-5E9629369197}"/>
            </a:ext>
          </a:extLst>
        </p:cNvPr>
        <p:cNvGrpSpPr/>
        <p:nvPr/>
      </p:nvGrpSpPr>
      <p:grpSpPr>
        <a:xfrm>
          <a:off x="0" y="0"/>
          <a:ext cx="0" cy="0"/>
          <a:chOff x="0" y="0"/>
          <a:chExt cx="0" cy="0"/>
        </a:xfrm>
      </p:grpSpPr>
      <p:sp>
        <p:nvSpPr>
          <p:cNvPr id="41986" name="Google Shape;208;p29">
            <a:extLst>
              <a:ext uri="{FF2B5EF4-FFF2-40B4-BE49-F238E27FC236}">
                <a16:creationId xmlns:a16="http://schemas.microsoft.com/office/drawing/2014/main" id="{EB87F2D1-ED9C-492F-5798-E8D87A183B86}"/>
              </a:ext>
            </a:extLst>
          </p:cNvPr>
          <p:cNvSpPr txBox="1">
            <a:spLocks noChangeArrowheads="1"/>
          </p:cNvSpPr>
          <p:nvPr/>
        </p:nvSpPr>
        <p:spPr bwMode="auto">
          <a:xfrm>
            <a:off x="0" y="-27516"/>
            <a:ext cx="12192000" cy="764336"/>
          </a:xfrm>
          <a:prstGeom prst="rect">
            <a:avLst/>
          </a:prstGeom>
          <a:solidFill>
            <a:srgbClr val="1C458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spAutoFit/>
          </a:bodyPr>
          <a:lstStyle>
            <a:lvl1pPr>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1pPr>
            <a:lvl2pPr marL="742950" indent="-28575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2pPr>
            <a:lvl3pPr marL="1143000" indent="-22860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3pPr>
            <a:lvl4pPr marL="1600200" indent="-22860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4pPr>
            <a:lvl5pPr marL="2057400" indent="-228600">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5pPr>
            <a:lvl6pPr marL="25146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6pPr>
            <a:lvl7pPr marL="29718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7pPr>
            <a:lvl8pPr marL="34290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8pPr>
            <a:lvl9pPr marL="3886200" indent="-228600" eaLnBrk="0" fontAlgn="base" hangingPunct="0">
              <a:spcBef>
                <a:spcPct val="0"/>
              </a:spcBef>
              <a:spcAft>
                <a:spcPct val="0"/>
              </a:spcAft>
              <a:buClr>
                <a:srgbClr val="000000"/>
              </a:buClr>
              <a:buFont typeface="Arial" panose="020B0704020202020204" pitchFamily="34" charset="0"/>
              <a:defRPr sz="1400">
                <a:solidFill>
                  <a:srgbClr val="000000"/>
                </a:solidFill>
                <a:latin typeface="Arial" panose="020B0704020202020204" pitchFamily="34" charset="0"/>
                <a:cs typeface="Arial" panose="020B0704020202020204" pitchFamily="34" charset="0"/>
                <a:sym typeface="Arial" panose="020B0704020202020204" pitchFamily="34" charset="0"/>
              </a:defRPr>
            </a:lvl9pPr>
          </a:lstStyle>
          <a:p>
            <a:pPr algn="ctr" eaLnBrk="1" hangingPunct="1">
              <a:lnSpc>
                <a:spcPct val="115000"/>
              </a:lnSpc>
            </a:pPr>
            <a:r>
              <a:rPr lang="en-US" altLang="zh-CN" sz="3200" b="1" dirty="0">
                <a:solidFill>
                  <a:srgbClr val="FFFFFF"/>
                </a:solidFill>
              </a:rPr>
              <a:t>Conclusion</a:t>
            </a:r>
            <a:endParaRPr lang="en-US" altLang="zh-CN" sz="2800" b="1" dirty="0">
              <a:solidFill>
                <a:srgbClr val="FFFFFF"/>
              </a:solidFill>
            </a:endParaRPr>
          </a:p>
        </p:txBody>
      </p:sp>
      <p:sp>
        <p:nvSpPr>
          <p:cNvPr id="2" name="Slide Number Placeholder 1">
            <a:extLst>
              <a:ext uri="{FF2B5EF4-FFF2-40B4-BE49-F238E27FC236}">
                <a16:creationId xmlns:a16="http://schemas.microsoft.com/office/drawing/2014/main" id="{8150735A-315B-0E84-2AB2-0687E9E6BEA2}"/>
              </a:ext>
            </a:extLst>
          </p:cNvPr>
          <p:cNvSpPr>
            <a:spLocks noGrp="1"/>
          </p:cNvSpPr>
          <p:nvPr>
            <p:ph type="sldNum" idx="12"/>
          </p:nvPr>
        </p:nvSpPr>
        <p:spPr>
          <a:xfrm>
            <a:off x="11372811" y="6024492"/>
            <a:ext cx="731600" cy="524800"/>
          </a:xfrm>
        </p:spPr>
        <p:txBody>
          <a:bodyPr/>
          <a:lstStyle/>
          <a:p>
            <a:fld id="{00000000-1234-1234-1234-123412341234}" type="slidenum">
              <a:rPr lang="en-GB" smtClean="0"/>
              <a:t>6</a:t>
            </a:fld>
            <a:endParaRPr lang="en-GB"/>
          </a:p>
        </p:txBody>
      </p:sp>
      <p:sp>
        <p:nvSpPr>
          <p:cNvPr id="7" name="矩形 14">
            <a:extLst>
              <a:ext uri="{FF2B5EF4-FFF2-40B4-BE49-F238E27FC236}">
                <a16:creationId xmlns:a16="http://schemas.microsoft.com/office/drawing/2014/main" id="{19ED8E63-79DF-ED49-219B-01B94C1798C2}"/>
              </a:ext>
            </a:extLst>
          </p:cNvPr>
          <p:cNvSpPr/>
          <p:nvPr/>
        </p:nvSpPr>
        <p:spPr>
          <a:xfrm>
            <a:off x="991235" y="2601078"/>
            <a:ext cx="10608310" cy="1550253"/>
          </a:xfrm>
          <a:prstGeom prst="rect">
            <a:avLst/>
          </a:prstGeom>
          <a:solidFill>
            <a:srgbClr val="E9E4E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9">
            <a:extLst>
              <a:ext uri="{FF2B5EF4-FFF2-40B4-BE49-F238E27FC236}">
                <a16:creationId xmlns:a16="http://schemas.microsoft.com/office/drawing/2014/main" id="{75664B6E-4639-DD4D-AB51-92C9DB68B1FE}"/>
              </a:ext>
            </a:extLst>
          </p:cNvPr>
          <p:cNvSpPr/>
          <p:nvPr/>
        </p:nvSpPr>
        <p:spPr>
          <a:xfrm>
            <a:off x="990600" y="983769"/>
            <a:ext cx="10608945" cy="1338873"/>
          </a:xfrm>
          <a:prstGeom prst="rect">
            <a:avLst/>
          </a:prstGeom>
          <a:solidFill>
            <a:srgbClr val="EAF1F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下箭头 8">
            <a:extLst>
              <a:ext uri="{FF2B5EF4-FFF2-40B4-BE49-F238E27FC236}">
                <a16:creationId xmlns:a16="http://schemas.microsoft.com/office/drawing/2014/main" id="{29DFD941-A5BB-9D79-307F-8EE9D7A39015}"/>
              </a:ext>
            </a:extLst>
          </p:cNvPr>
          <p:cNvSpPr/>
          <p:nvPr/>
        </p:nvSpPr>
        <p:spPr>
          <a:xfrm>
            <a:off x="5928995" y="2208648"/>
            <a:ext cx="433070" cy="504825"/>
          </a:xfrm>
          <a:prstGeom prst="downArrow">
            <a:avLst/>
          </a:prstGeom>
          <a:solidFill>
            <a:srgbClr val="7A879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10">
            <a:extLst>
              <a:ext uri="{FF2B5EF4-FFF2-40B4-BE49-F238E27FC236}">
                <a16:creationId xmlns:a16="http://schemas.microsoft.com/office/drawing/2014/main" id="{65942816-0884-3665-1103-1F1DF56DBFC5}"/>
              </a:ext>
            </a:extLst>
          </p:cNvPr>
          <p:cNvSpPr txBox="1"/>
          <p:nvPr/>
        </p:nvSpPr>
        <p:spPr>
          <a:xfrm>
            <a:off x="1593252" y="1237780"/>
            <a:ext cx="9182100" cy="830997"/>
          </a:xfrm>
          <a:prstGeom prst="rect">
            <a:avLst/>
          </a:prstGeom>
          <a:noFill/>
        </p:spPr>
        <p:txBody>
          <a:bodyPr wrap="square" rtlCol="0" anchor="t">
            <a:spAutoFit/>
          </a:bodyPr>
          <a:lstStyle/>
          <a:p>
            <a:r>
              <a:rPr lang="en-US" altLang="zh-CN" sz="2400" b="1" dirty="0">
                <a:solidFill>
                  <a:schemeClr val="tx1"/>
                </a:solidFill>
                <a:sym typeface="+mn-ea"/>
              </a:rPr>
              <a:t>RAG does not consistently reduce hallucinations across all medical QA datasets.</a:t>
            </a:r>
          </a:p>
        </p:txBody>
      </p:sp>
      <p:sp>
        <p:nvSpPr>
          <p:cNvPr id="11" name="文本框 15">
            <a:extLst>
              <a:ext uri="{FF2B5EF4-FFF2-40B4-BE49-F238E27FC236}">
                <a16:creationId xmlns:a16="http://schemas.microsoft.com/office/drawing/2014/main" id="{B87689D0-E612-EEC8-F104-D72F3B6C50CC}"/>
              </a:ext>
            </a:extLst>
          </p:cNvPr>
          <p:cNvSpPr txBox="1"/>
          <p:nvPr/>
        </p:nvSpPr>
        <p:spPr>
          <a:xfrm>
            <a:off x="1593252" y="2800171"/>
            <a:ext cx="9602750" cy="1200329"/>
          </a:xfrm>
          <a:prstGeom prst="rect">
            <a:avLst/>
          </a:prstGeom>
          <a:noFill/>
        </p:spPr>
        <p:txBody>
          <a:bodyPr wrap="square" rtlCol="0" anchor="t">
            <a:spAutoFit/>
          </a:bodyPr>
          <a:lstStyle/>
          <a:p>
            <a:r>
              <a:rPr lang="en-US" altLang="zh-CN" sz="2400" b="1" dirty="0">
                <a:solidFill>
                  <a:schemeClr val="tx1"/>
                </a:solidFill>
                <a:sym typeface="+mn-ea"/>
              </a:rPr>
              <a:t>Its effect is highly task-dependent: </a:t>
            </a:r>
            <a:r>
              <a:rPr lang="en-US" sz="2400" b="1" dirty="0"/>
              <a:t>Both fixed-k and adaptive-k </a:t>
            </a:r>
            <a:r>
              <a:rPr lang="en-US" sz="2400" b="1" dirty="0" err="1"/>
              <a:t>MedRAG</a:t>
            </a:r>
            <a:r>
              <a:rPr lang="en-US" altLang="zh-CN" sz="2400" b="1" dirty="0">
                <a:solidFill>
                  <a:schemeClr val="tx1"/>
                </a:solidFill>
                <a:sym typeface="+mn-ea"/>
              </a:rPr>
              <a:t> are strongest on </a:t>
            </a:r>
            <a:r>
              <a:rPr lang="en-US" altLang="zh-CN" sz="2400" b="1" dirty="0" err="1">
                <a:solidFill>
                  <a:schemeClr val="tx1"/>
                </a:solidFill>
                <a:sym typeface="+mn-ea"/>
              </a:rPr>
              <a:t>PubMedQA</a:t>
            </a:r>
            <a:r>
              <a:rPr lang="en-US" altLang="zh-CN" sz="2400" b="1" dirty="0">
                <a:solidFill>
                  <a:schemeClr val="tx1"/>
                </a:solidFill>
                <a:sym typeface="+mn-ea"/>
              </a:rPr>
              <a:t>, improve </a:t>
            </a:r>
            <a:r>
              <a:rPr lang="en-US" altLang="zh-CN" sz="2400" b="1" dirty="0" err="1">
                <a:solidFill>
                  <a:schemeClr val="tx1"/>
                </a:solidFill>
                <a:sym typeface="+mn-ea"/>
              </a:rPr>
              <a:t>BioASQ</a:t>
            </a:r>
            <a:r>
              <a:rPr lang="en-US" altLang="zh-CN" sz="2400" b="1" dirty="0">
                <a:solidFill>
                  <a:schemeClr val="tx1"/>
                </a:solidFill>
                <a:sym typeface="+mn-ea"/>
              </a:rPr>
              <a:t>, and show only limited gains on </a:t>
            </a:r>
            <a:r>
              <a:rPr lang="en-US" altLang="zh-CN" sz="2400" b="1" dirty="0" err="1">
                <a:solidFill>
                  <a:schemeClr val="tx1"/>
                </a:solidFill>
                <a:sym typeface="+mn-ea"/>
              </a:rPr>
              <a:t>MediQA</a:t>
            </a:r>
            <a:r>
              <a:rPr lang="en-US" altLang="zh-CN" sz="2400" b="1" dirty="0">
                <a:solidFill>
                  <a:schemeClr val="tx1"/>
                </a:solidFill>
                <a:sym typeface="+mn-ea"/>
              </a:rPr>
              <a:t>.</a:t>
            </a:r>
          </a:p>
        </p:txBody>
      </p:sp>
      <p:sp>
        <p:nvSpPr>
          <p:cNvPr id="12" name="矩形 16">
            <a:extLst>
              <a:ext uri="{FF2B5EF4-FFF2-40B4-BE49-F238E27FC236}">
                <a16:creationId xmlns:a16="http://schemas.microsoft.com/office/drawing/2014/main" id="{E5930A6C-6C2C-9EDA-3F87-7617600120A9}"/>
              </a:ext>
            </a:extLst>
          </p:cNvPr>
          <p:cNvSpPr/>
          <p:nvPr/>
        </p:nvSpPr>
        <p:spPr>
          <a:xfrm>
            <a:off x="990600" y="4438670"/>
            <a:ext cx="10609580" cy="2110622"/>
          </a:xfrm>
          <a:prstGeom prst="rect">
            <a:avLst/>
          </a:prstGeom>
          <a:solidFill>
            <a:srgbClr val="CCD9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下箭头 17">
            <a:extLst>
              <a:ext uri="{FF2B5EF4-FFF2-40B4-BE49-F238E27FC236}">
                <a16:creationId xmlns:a16="http://schemas.microsoft.com/office/drawing/2014/main" id="{068A7391-3C14-0BDB-0A8B-DC67C5B76EAA}"/>
              </a:ext>
            </a:extLst>
          </p:cNvPr>
          <p:cNvSpPr/>
          <p:nvPr/>
        </p:nvSpPr>
        <p:spPr>
          <a:xfrm>
            <a:off x="5926738" y="4052813"/>
            <a:ext cx="433070" cy="504825"/>
          </a:xfrm>
          <a:prstGeom prst="downArrow">
            <a:avLst/>
          </a:prstGeom>
          <a:solidFill>
            <a:srgbClr val="7A879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文本框 15">
            <a:extLst>
              <a:ext uri="{FF2B5EF4-FFF2-40B4-BE49-F238E27FC236}">
                <a16:creationId xmlns:a16="http://schemas.microsoft.com/office/drawing/2014/main" id="{15464C95-39EF-89D7-9222-21E0875FCD46}"/>
              </a:ext>
            </a:extLst>
          </p:cNvPr>
          <p:cNvSpPr txBox="1"/>
          <p:nvPr/>
        </p:nvSpPr>
        <p:spPr>
          <a:xfrm>
            <a:off x="1598015" y="4524485"/>
            <a:ext cx="9476025" cy="1938992"/>
          </a:xfrm>
          <a:prstGeom prst="rect">
            <a:avLst/>
          </a:prstGeom>
          <a:noFill/>
        </p:spPr>
        <p:txBody>
          <a:bodyPr wrap="square" rtlCol="0" anchor="t">
            <a:spAutoFit/>
          </a:bodyPr>
          <a:lstStyle/>
          <a:p>
            <a:r>
              <a:rPr lang="en-US" sz="2400" b="1" dirty="0"/>
              <a:t>Prompting and retrieval help in different ways:</a:t>
            </a:r>
          </a:p>
          <a:p>
            <a:r>
              <a:rPr lang="en-US" sz="2400" b="1" dirty="0" err="1"/>
              <a:t>CoT</a:t>
            </a:r>
            <a:r>
              <a:rPr lang="en-US" sz="2400" b="1" dirty="0"/>
              <a:t> most reliably lowers hallucination, while </a:t>
            </a:r>
            <a:r>
              <a:rPr lang="en-US" sz="2400" b="1" dirty="0" err="1"/>
              <a:t>MedRAG</a:t>
            </a:r>
            <a:r>
              <a:rPr lang="en-US" sz="2400" b="1" dirty="0"/>
              <a:t> variants improve answer quality on retrieval-heavy tasks, with adaptive-k helping </a:t>
            </a:r>
            <a:r>
              <a:rPr lang="en-US" sz="2400" b="1" dirty="0" err="1"/>
              <a:t>PubMedQA</a:t>
            </a:r>
            <a:r>
              <a:rPr lang="en-US" sz="2400" b="1" dirty="0"/>
              <a:t> and fixed-k showing stronger grounding on </a:t>
            </a:r>
            <a:r>
              <a:rPr lang="en-US" sz="2400" b="1" dirty="0" err="1"/>
              <a:t>BioASQ</a:t>
            </a:r>
            <a:r>
              <a:rPr lang="en-US" sz="2400" b="1" dirty="0"/>
              <a:t>.</a:t>
            </a:r>
            <a:endParaRPr lang="en-US" sz="2400" dirty="0"/>
          </a:p>
        </p:txBody>
      </p:sp>
    </p:spTree>
    <p:extLst>
      <p:ext uri="{BB962C8B-B14F-4D97-AF65-F5344CB8AC3E}">
        <p14:creationId xmlns:p14="http://schemas.microsoft.com/office/powerpoint/2010/main" val="3637594063"/>
      </p:ext>
    </p:extLst>
  </p:cSld>
  <p:clrMapOvr>
    <a:masterClrMapping/>
  </p:clrMapOvr>
</p:sld>
</file>

<file path=ppt/theme/theme1.xml><?xml version="1.0" encoding="utf-8"?>
<a:theme xmlns:a="http://schemas.openxmlformats.org/drawingml/2006/main" name="Content Slide- Master">
  <a:themeElements>
    <a:clrScheme name="New YSM Webcolors- 1-12-2020">
      <a:dk1>
        <a:srgbClr val="000000"/>
      </a:dk1>
      <a:lt1>
        <a:srgbClr val="FFFFFF"/>
      </a:lt1>
      <a:dk2>
        <a:srgbClr val="224570"/>
      </a:dk2>
      <a:lt2>
        <a:srgbClr val="E7E6E6"/>
      </a:lt2>
      <a:accent1>
        <a:srgbClr val="1271E3"/>
      </a:accent1>
      <a:accent2>
        <a:srgbClr val="E96051"/>
      </a:accent2>
      <a:accent3>
        <a:srgbClr val="71939C"/>
      </a:accent3>
      <a:accent4>
        <a:srgbClr val="444C57"/>
      </a:accent4>
      <a:accent5>
        <a:srgbClr val="FFB833"/>
      </a:accent5>
      <a:accent6>
        <a:srgbClr val="3BB3E5"/>
      </a:accent6>
      <a:hlink>
        <a:srgbClr val="4B617C"/>
      </a:hlink>
      <a:folHlink>
        <a:srgbClr val="B3E7F8"/>
      </a:folHlink>
    </a:clrScheme>
    <a:fontScheme name="Custom 2">
      <a:majorFont>
        <a:latin typeface="Times New Roman"/>
        <a:ea typeface=""/>
        <a:cs typeface=""/>
      </a:majorFont>
      <a:minorFont>
        <a:latin typeface="Microsoft San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dirty="0">
            <a:solidFill>
              <a:schemeClr val="tx2"/>
            </a:solidFill>
            <a:latin typeface="+mn-l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Times New Roman"/>
        <a:ea typeface=""/>
        <a:cs typeface=""/>
      </a:majorFont>
      <a:minorFont>
        <a:latin typeface="Microsoft San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Microsoft San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498</TotalTime>
  <Words>982</Words>
  <Application>Microsoft Macintosh PowerPoint</Application>
  <PresentationFormat>Widescreen</PresentationFormat>
  <Paragraphs>57</Paragraphs>
  <Slides>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Söhne</vt:lpstr>
      <vt:lpstr>YaleNew</vt:lpstr>
      <vt:lpstr>Arial</vt:lpstr>
      <vt:lpstr>Georgia</vt:lpstr>
      <vt:lpstr>Microsoft Sans Serif</vt:lpstr>
      <vt:lpstr>Proxima Nova Regular</vt:lpstr>
      <vt:lpstr>Times New Roman</vt:lpstr>
      <vt:lpstr>Content Slide- Master</vt:lpstr>
      <vt:lpstr>Does Retrieval-Augmented Generation Reduce Hallucinations in Medical QA?</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Maturo, Laura</dc:creator>
  <cp:lastModifiedBy>Wang Yujie</cp:lastModifiedBy>
  <cp:revision>1377</cp:revision>
  <cp:lastPrinted>2026-03-18T20:06:02Z</cp:lastPrinted>
  <dcterms:created xsi:type="dcterms:W3CDTF">2026-03-18T20:06:02Z</dcterms:created>
  <dcterms:modified xsi:type="dcterms:W3CDTF">2026-04-20T21:26:14Z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1033-12.1.24031.24031</vt:lpwstr>
  </property>
  <property fmtid="{D5CDD505-2E9C-101B-9397-08002B2CF9AE}" pid="3" name="ICV">
    <vt:lpwstr>6AFF04F1C7B27AA7A905BB6902D2E2EA_43</vt:lpwstr>
  </property>
</Properties>
</file>